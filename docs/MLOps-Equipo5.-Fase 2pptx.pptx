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Anaheim" pitchFamily="2" charset="77"/>
      <p:regular r:id="rId14"/>
      <p:bold r:id="rId15"/>
    </p:embeddedFont>
    <p:embeddedFont>
      <p:font typeface="Asap" pitchFamily="2" charset="77"/>
      <p:regular r:id="rId16"/>
      <p:bold r:id="rId17"/>
      <p:italic r:id="rId18"/>
      <p:boldItalic r:id="rId19"/>
    </p:embeddedFont>
    <p:embeddedFont>
      <p:font typeface="Nunito Light" panose="020F0302020204030204" pitchFamily="34" charset="0"/>
      <p:regular r:id="rId20"/>
      <p:italic r:id="rId21"/>
    </p:embeddedFont>
    <p:embeddedFont>
      <p:font typeface="Raleway" pitchFamily="2" charset="77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f764ea43b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f764ea43b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556726" y="1157525"/>
            <a:ext cx="4030500" cy="22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74350" y="3528775"/>
            <a:ext cx="4995300" cy="365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2" name="Google Shape;12;p2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/>
          <p:nvPr/>
        </p:nvSpPr>
        <p:spPr>
          <a:xfrm>
            <a:off x="8574200" y="4478850"/>
            <a:ext cx="1037400" cy="1037100"/>
          </a:xfrm>
          <a:prstGeom prst="ellipse">
            <a:avLst/>
          </a:prstGeom>
          <a:solidFill>
            <a:srgbClr val="4A86E8">
              <a:alpha val="2658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965575" y="2102350"/>
            <a:ext cx="5212800" cy="17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950400" y="652152"/>
            <a:ext cx="1243200" cy="1086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8" name="Google Shape;18;p3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9" name="Google Shape;19;p3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3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" name="Google Shape;21;p3"/>
          <p:cNvSpPr/>
          <p:nvPr/>
        </p:nvSpPr>
        <p:spPr>
          <a:xfrm>
            <a:off x="8543400" y="-299300"/>
            <a:ext cx="1086600" cy="1086600"/>
          </a:xfrm>
          <a:prstGeom prst="ellipse">
            <a:avLst/>
          </a:prstGeom>
          <a:solidFill>
            <a:srgbClr val="4A86E8">
              <a:alpha val="2658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168149"/>
            <a:ext cx="77040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26" name="Google Shape;26;p4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4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" name="Google Shape;28;p4"/>
          <p:cNvGrpSpPr/>
          <p:nvPr/>
        </p:nvGrpSpPr>
        <p:grpSpPr>
          <a:xfrm>
            <a:off x="-738775" y="-917900"/>
            <a:ext cx="10744533" cy="7011984"/>
            <a:chOff x="-738775" y="-917900"/>
            <a:chExt cx="10744533" cy="7011984"/>
          </a:xfrm>
        </p:grpSpPr>
        <p:sp>
          <p:nvSpPr>
            <p:cNvPr id="29" name="Google Shape;29;p4"/>
            <p:cNvSpPr/>
            <p:nvPr/>
          </p:nvSpPr>
          <p:spPr>
            <a:xfrm>
              <a:off x="-738775" y="-917900"/>
              <a:ext cx="1733400" cy="17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  <p:grpSp>
          <p:nvGrpSpPr>
            <p:cNvPr id="30" name="Google Shape;30;p4"/>
            <p:cNvGrpSpPr/>
            <p:nvPr/>
          </p:nvGrpSpPr>
          <p:grpSpPr>
            <a:xfrm>
              <a:off x="8293251" y="4381577"/>
              <a:ext cx="1712507" cy="1712507"/>
              <a:chOff x="-4626425" y="-4587625"/>
              <a:chExt cx="7590900" cy="7590900"/>
            </a:xfrm>
          </p:grpSpPr>
          <p:sp>
            <p:nvSpPr>
              <p:cNvPr id="31" name="Google Shape;31;p4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4748075" y="2450500"/>
            <a:ext cx="2910900" cy="13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1281650" y="2450500"/>
            <a:ext cx="2910900" cy="13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1281651" y="2084800"/>
            <a:ext cx="2910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4748103" y="2084800"/>
            <a:ext cx="2910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39" name="Google Shape;39;p5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40" name="Google Shape;40;p5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5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" name="Google Shape;42;p5"/>
          <p:cNvSpPr/>
          <p:nvPr/>
        </p:nvSpPr>
        <p:spPr>
          <a:xfrm>
            <a:off x="8124650" y="4360700"/>
            <a:ext cx="1733400" cy="1733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46" name="Google Shape;46;p6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6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Google Shape;48;p6"/>
          <p:cNvGrpSpPr/>
          <p:nvPr/>
        </p:nvGrpSpPr>
        <p:grpSpPr>
          <a:xfrm>
            <a:off x="-1183200" y="-1325723"/>
            <a:ext cx="3954408" cy="7041523"/>
            <a:chOff x="-1183200" y="-1325723"/>
            <a:chExt cx="3954408" cy="7041523"/>
          </a:xfrm>
        </p:grpSpPr>
        <p:grpSp>
          <p:nvGrpSpPr>
            <p:cNvPr id="49" name="Google Shape;49;p6"/>
            <p:cNvGrpSpPr/>
            <p:nvPr/>
          </p:nvGrpSpPr>
          <p:grpSpPr>
            <a:xfrm>
              <a:off x="1058701" y="-1325723"/>
              <a:ext cx="1712507" cy="1712507"/>
              <a:chOff x="-4626425" y="-4587625"/>
              <a:chExt cx="7590900" cy="7590900"/>
            </a:xfrm>
          </p:grpSpPr>
          <p:sp>
            <p:nvSpPr>
              <p:cNvPr id="50" name="Google Shape;50;p6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51" name="Google Shape;51;p6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52" name="Google Shape;52;p6"/>
            <p:cNvSpPr/>
            <p:nvPr/>
          </p:nvSpPr>
          <p:spPr>
            <a:xfrm>
              <a:off x="-1183200" y="3982400"/>
              <a:ext cx="1733400" cy="17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7"/>
          <p:cNvGrpSpPr/>
          <p:nvPr/>
        </p:nvGrpSpPr>
        <p:grpSpPr>
          <a:xfrm>
            <a:off x="-716699" y="-852823"/>
            <a:ext cx="10486149" cy="6572273"/>
            <a:chOff x="-716699" y="-852823"/>
            <a:chExt cx="10486149" cy="6572273"/>
          </a:xfrm>
        </p:grpSpPr>
        <p:grpSp>
          <p:nvGrpSpPr>
            <p:cNvPr id="55" name="Google Shape;55;p7"/>
            <p:cNvGrpSpPr/>
            <p:nvPr/>
          </p:nvGrpSpPr>
          <p:grpSpPr>
            <a:xfrm>
              <a:off x="-716699" y="-852823"/>
              <a:ext cx="1712507" cy="1712507"/>
              <a:chOff x="-4626425" y="-4587625"/>
              <a:chExt cx="7590900" cy="7590900"/>
            </a:xfrm>
          </p:grpSpPr>
          <p:sp>
            <p:nvSpPr>
              <p:cNvPr id="56" name="Google Shape;56;p7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57" name="Google Shape;57;p7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58" name="Google Shape;58;p7"/>
            <p:cNvSpPr/>
            <p:nvPr/>
          </p:nvSpPr>
          <p:spPr>
            <a:xfrm>
              <a:off x="6879850" y="2829850"/>
              <a:ext cx="2889600" cy="288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1722300" y="1569275"/>
            <a:ext cx="5699400" cy="24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7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62" name="Google Shape;62;p7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7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713225" y="2060975"/>
            <a:ext cx="4452900" cy="15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67" name="Google Shape;67;p8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8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9" name="Google Shape;69;p8"/>
          <p:cNvGrpSpPr/>
          <p:nvPr/>
        </p:nvGrpSpPr>
        <p:grpSpPr>
          <a:xfrm>
            <a:off x="-734525" y="-3548753"/>
            <a:ext cx="13364804" cy="10105678"/>
            <a:chOff x="-7214400" y="-5901128"/>
            <a:chExt cx="13364804" cy="10105678"/>
          </a:xfrm>
        </p:grpSpPr>
        <p:grpSp>
          <p:nvGrpSpPr>
            <p:cNvPr id="70" name="Google Shape;70;p8"/>
            <p:cNvGrpSpPr/>
            <p:nvPr/>
          </p:nvGrpSpPr>
          <p:grpSpPr>
            <a:xfrm>
              <a:off x="-1219601" y="-5901128"/>
              <a:ext cx="7370005" cy="7370005"/>
              <a:chOff x="-4626425" y="-4587625"/>
              <a:chExt cx="7590900" cy="7590900"/>
            </a:xfrm>
          </p:grpSpPr>
          <p:sp>
            <p:nvSpPr>
              <p:cNvPr id="71" name="Google Shape;71;p8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72" name="Google Shape;72;p8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73" name="Google Shape;73;p8"/>
            <p:cNvSpPr/>
            <p:nvPr/>
          </p:nvSpPr>
          <p:spPr>
            <a:xfrm>
              <a:off x="-7214400" y="1790450"/>
              <a:ext cx="2414100" cy="2414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9"/>
          <p:cNvGrpSpPr/>
          <p:nvPr/>
        </p:nvGrpSpPr>
        <p:grpSpPr>
          <a:xfrm>
            <a:off x="-716699" y="-852823"/>
            <a:ext cx="11507524" cy="7424623"/>
            <a:chOff x="-716699" y="-852823"/>
            <a:chExt cx="11507524" cy="7424623"/>
          </a:xfrm>
        </p:grpSpPr>
        <p:grpSp>
          <p:nvGrpSpPr>
            <p:cNvPr id="76" name="Google Shape;76;p9"/>
            <p:cNvGrpSpPr/>
            <p:nvPr/>
          </p:nvGrpSpPr>
          <p:grpSpPr>
            <a:xfrm>
              <a:off x="-716699" y="-852823"/>
              <a:ext cx="1712507" cy="1712507"/>
              <a:chOff x="-4626425" y="-4587625"/>
              <a:chExt cx="7590900" cy="7590900"/>
            </a:xfrm>
          </p:grpSpPr>
          <p:sp>
            <p:nvSpPr>
              <p:cNvPr id="77" name="Google Shape;77;p9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78" name="Google Shape;78;p9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79" name="Google Shape;79;p9"/>
            <p:cNvSpPr/>
            <p:nvPr/>
          </p:nvSpPr>
          <p:spPr>
            <a:xfrm>
              <a:off x="7901225" y="3682200"/>
              <a:ext cx="2889600" cy="2889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1722300" y="1569275"/>
            <a:ext cx="5699400" cy="24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82" name="Google Shape;82;p9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83" name="Google Shape;83;p9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9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>
            <a:spLocks noGrp="1"/>
          </p:cNvSpPr>
          <p:nvPr>
            <p:ph type="title"/>
          </p:nvPr>
        </p:nvSpPr>
        <p:spPr>
          <a:xfrm>
            <a:off x="713225" y="3480300"/>
            <a:ext cx="4796700" cy="1123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353350" y="950775"/>
            <a:ext cx="4437300" cy="130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353350" y="2330175"/>
            <a:ext cx="4437300" cy="365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1" name="Google Shape;91;p11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92" name="Google Shape;92;p11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1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1"/>
          <p:cNvSpPr/>
          <p:nvPr/>
        </p:nvSpPr>
        <p:spPr>
          <a:xfrm>
            <a:off x="3303000" y="-1746075"/>
            <a:ext cx="2538000" cy="2538000"/>
          </a:xfrm>
          <a:prstGeom prst="ellipse">
            <a:avLst/>
          </a:prstGeom>
          <a:solidFill>
            <a:srgbClr val="4A86E8">
              <a:alpha val="2658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title" hasCustomPrompt="1"/>
          </p:nvPr>
        </p:nvSpPr>
        <p:spPr>
          <a:xfrm>
            <a:off x="937850" y="1425275"/>
            <a:ext cx="741900" cy="64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2" hasCustomPrompt="1"/>
          </p:nvPr>
        </p:nvSpPr>
        <p:spPr>
          <a:xfrm>
            <a:off x="937850" y="2417050"/>
            <a:ext cx="741900" cy="64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3" hasCustomPrompt="1"/>
          </p:nvPr>
        </p:nvSpPr>
        <p:spPr>
          <a:xfrm>
            <a:off x="937850" y="3408725"/>
            <a:ext cx="741900" cy="64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"/>
          </p:nvPr>
        </p:nvSpPr>
        <p:spPr>
          <a:xfrm>
            <a:off x="1851975" y="1425350"/>
            <a:ext cx="27429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1851975" y="2417050"/>
            <a:ext cx="27429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5"/>
          </p:nvPr>
        </p:nvSpPr>
        <p:spPr>
          <a:xfrm>
            <a:off x="1851975" y="3408725"/>
            <a:ext cx="27429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4766975" y="1425350"/>
            <a:ext cx="741900" cy="64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4766975" y="2417050"/>
            <a:ext cx="741900" cy="64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9" hasCustomPrompt="1"/>
          </p:nvPr>
        </p:nvSpPr>
        <p:spPr>
          <a:xfrm>
            <a:off x="4766975" y="3408725"/>
            <a:ext cx="741900" cy="64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680975" y="1425350"/>
            <a:ext cx="27429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4"/>
          </p:nvPr>
        </p:nvSpPr>
        <p:spPr>
          <a:xfrm>
            <a:off x="5680975" y="2417050"/>
            <a:ext cx="27429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5"/>
          </p:nvPr>
        </p:nvSpPr>
        <p:spPr>
          <a:xfrm>
            <a:off x="5680975" y="3408725"/>
            <a:ext cx="27429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110" name="Google Shape;110;p13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11" name="Google Shape;111;p13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13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3" name="Google Shape;113;p13"/>
          <p:cNvGrpSpPr/>
          <p:nvPr/>
        </p:nvGrpSpPr>
        <p:grpSpPr>
          <a:xfrm>
            <a:off x="8258251" y="-876250"/>
            <a:ext cx="1750024" cy="6989159"/>
            <a:chOff x="8258251" y="-876250"/>
            <a:chExt cx="1750024" cy="6989159"/>
          </a:xfrm>
        </p:grpSpPr>
        <p:grpSp>
          <p:nvGrpSpPr>
            <p:cNvPr id="114" name="Google Shape;114;p13"/>
            <p:cNvGrpSpPr/>
            <p:nvPr/>
          </p:nvGrpSpPr>
          <p:grpSpPr>
            <a:xfrm>
              <a:off x="8258251" y="4400402"/>
              <a:ext cx="1712507" cy="1712507"/>
              <a:chOff x="-4626425" y="-4587625"/>
              <a:chExt cx="7590900" cy="7590900"/>
            </a:xfrm>
          </p:grpSpPr>
          <p:sp>
            <p:nvSpPr>
              <p:cNvPr id="115" name="Google Shape;115;p13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117" name="Google Shape;117;p13"/>
            <p:cNvSpPr/>
            <p:nvPr/>
          </p:nvSpPr>
          <p:spPr>
            <a:xfrm>
              <a:off x="8274875" y="-876250"/>
              <a:ext cx="1733400" cy="17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20" name="Google Shape;120;p14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21" name="Google Shape;121;p14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14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3" name="Google Shape;123;p14"/>
          <p:cNvGrpSpPr/>
          <p:nvPr/>
        </p:nvGrpSpPr>
        <p:grpSpPr>
          <a:xfrm>
            <a:off x="8285475" y="-438425"/>
            <a:ext cx="1720283" cy="6532509"/>
            <a:chOff x="8285475" y="-438425"/>
            <a:chExt cx="1720283" cy="6532509"/>
          </a:xfrm>
        </p:grpSpPr>
        <p:grpSp>
          <p:nvGrpSpPr>
            <p:cNvPr id="124" name="Google Shape;124;p14"/>
            <p:cNvGrpSpPr/>
            <p:nvPr/>
          </p:nvGrpSpPr>
          <p:grpSpPr>
            <a:xfrm>
              <a:off x="8293251" y="4381577"/>
              <a:ext cx="1712507" cy="1712507"/>
              <a:chOff x="-4626425" y="-4587625"/>
              <a:chExt cx="7590900" cy="7590900"/>
            </a:xfrm>
          </p:grpSpPr>
          <p:sp>
            <p:nvSpPr>
              <p:cNvPr id="125" name="Google Shape;125;p14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126" name="Google Shape;126;p14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127" name="Google Shape;127;p14"/>
            <p:cNvSpPr/>
            <p:nvPr/>
          </p:nvSpPr>
          <p:spPr>
            <a:xfrm>
              <a:off x="8285475" y="-438425"/>
              <a:ext cx="1209000" cy="1209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31" name="Google Shape;131;p15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Google Shape;132;p15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3" name="Google Shape;133;p15"/>
          <p:cNvGrpSpPr/>
          <p:nvPr/>
        </p:nvGrpSpPr>
        <p:grpSpPr>
          <a:xfrm>
            <a:off x="-1183199" y="-308550"/>
            <a:ext cx="11340599" cy="3736559"/>
            <a:chOff x="-1183199" y="-308550"/>
            <a:chExt cx="11340599" cy="3736559"/>
          </a:xfrm>
        </p:grpSpPr>
        <p:grpSp>
          <p:nvGrpSpPr>
            <p:cNvPr id="134" name="Google Shape;134;p15"/>
            <p:cNvGrpSpPr/>
            <p:nvPr/>
          </p:nvGrpSpPr>
          <p:grpSpPr>
            <a:xfrm>
              <a:off x="-1183199" y="1715502"/>
              <a:ext cx="1712507" cy="1712507"/>
              <a:chOff x="-4626425" y="-4587625"/>
              <a:chExt cx="7590900" cy="7590900"/>
            </a:xfrm>
          </p:grpSpPr>
          <p:sp>
            <p:nvSpPr>
              <p:cNvPr id="135" name="Google Shape;135;p15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137" name="Google Shape;137;p15"/>
            <p:cNvSpPr/>
            <p:nvPr/>
          </p:nvSpPr>
          <p:spPr>
            <a:xfrm>
              <a:off x="8424000" y="-308550"/>
              <a:ext cx="1733400" cy="17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>
            <a:spLocks noGrp="1"/>
          </p:cNvSpPr>
          <p:nvPr>
            <p:ph type="title"/>
          </p:nvPr>
        </p:nvSpPr>
        <p:spPr>
          <a:xfrm>
            <a:off x="740075" y="558150"/>
            <a:ext cx="40641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ubTitle" idx="1"/>
          </p:nvPr>
        </p:nvSpPr>
        <p:spPr>
          <a:xfrm>
            <a:off x="740075" y="1200450"/>
            <a:ext cx="4064100" cy="7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>
            <a:spLocks noGrp="1"/>
          </p:cNvSpPr>
          <p:nvPr>
            <p:ph type="pic" idx="2"/>
          </p:nvPr>
        </p:nvSpPr>
        <p:spPr>
          <a:xfrm>
            <a:off x="5031725" y="2991150"/>
            <a:ext cx="3399000" cy="161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6"/>
          <p:cNvSpPr>
            <a:spLocks noGrp="1"/>
          </p:cNvSpPr>
          <p:nvPr>
            <p:ph type="pic" idx="3"/>
          </p:nvPr>
        </p:nvSpPr>
        <p:spPr>
          <a:xfrm>
            <a:off x="5031725" y="543275"/>
            <a:ext cx="3399000" cy="222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6"/>
          <p:cNvSpPr>
            <a:spLocks noGrp="1"/>
          </p:cNvSpPr>
          <p:nvPr>
            <p:ph type="pic" idx="4"/>
          </p:nvPr>
        </p:nvSpPr>
        <p:spPr>
          <a:xfrm>
            <a:off x="740075" y="1999800"/>
            <a:ext cx="4064100" cy="2602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44" name="Google Shape;144;p16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45" name="Google Shape;145;p16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16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" name="Google Shape;147;p16"/>
          <p:cNvGrpSpPr/>
          <p:nvPr/>
        </p:nvGrpSpPr>
        <p:grpSpPr>
          <a:xfrm>
            <a:off x="-546825" y="-1295700"/>
            <a:ext cx="10457500" cy="7633050"/>
            <a:chOff x="-546825" y="-1295700"/>
            <a:chExt cx="10457500" cy="7633050"/>
          </a:xfrm>
        </p:grpSpPr>
        <p:grpSp>
          <p:nvGrpSpPr>
            <p:cNvPr id="148" name="Google Shape;148;p16"/>
            <p:cNvGrpSpPr/>
            <p:nvPr/>
          </p:nvGrpSpPr>
          <p:grpSpPr>
            <a:xfrm>
              <a:off x="-546825" y="-1295700"/>
              <a:ext cx="10457500" cy="7633050"/>
              <a:chOff x="-546825" y="-1295700"/>
              <a:chExt cx="10457500" cy="7633050"/>
            </a:xfrm>
          </p:grpSpPr>
          <p:sp>
            <p:nvSpPr>
              <p:cNvPr id="149" name="Google Shape;149;p16"/>
              <p:cNvSpPr/>
              <p:nvPr/>
            </p:nvSpPr>
            <p:spPr>
              <a:xfrm>
                <a:off x="8177275" y="4603950"/>
                <a:ext cx="1733400" cy="1733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150" name="Google Shape;150;p16"/>
              <p:cNvSpPr/>
              <p:nvPr/>
            </p:nvSpPr>
            <p:spPr>
              <a:xfrm>
                <a:off x="-546825" y="-1295700"/>
                <a:ext cx="1733400" cy="1733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151" name="Google Shape;151;p16"/>
            <p:cNvSpPr/>
            <p:nvPr/>
          </p:nvSpPr>
          <p:spPr>
            <a:xfrm>
              <a:off x="-330400" y="4804750"/>
              <a:ext cx="808500" cy="808500"/>
            </a:xfrm>
            <a:prstGeom prst="ellipse">
              <a:avLst/>
            </a:prstGeom>
            <a:solidFill>
              <a:srgbClr val="4A86E8">
                <a:alpha val="2658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782950" y="699275"/>
            <a:ext cx="4344900" cy="10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1"/>
          </p:nvPr>
        </p:nvSpPr>
        <p:spPr>
          <a:xfrm>
            <a:off x="782950" y="1965950"/>
            <a:ext cx="4344900" cy="23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55" name="Google Shape;155;p17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56" name="Google Shape;156;p17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Google Shape;157;p17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8" name="Google Shape;158;p17"/>
          <p:cNvGrpSpPr/>
          <p:nvPr/>
        </p:nvGrpSpPr>
        <p:grpSpPr>
          <a:xfrm>
            <a:off x="-683874" y="-574025"/>
            <a:ext cx="5827824" cy="6476384"/>
            <a:chOff x="-683874" y="-574025"/>
            <a:chExt cx="5827824" cy="6476384"/>
          </a:xfrm>
        </p:grpSpPr>
        <p:grpSp>
          <p:nvGrpSpPr>
            <p:cNvPr id="159" name="Google Shape;159;p17"/>
            <p:cNvGrpSpPr/>
            <p:nvPr/>
          </p:nvGrpSpPr>
          <p:grpSpPr>
            <a:xfrm>
              <a:off x="-683874" y="4189852"/>
              <a:ext cx="1712507" cy="1712507"/>
              <a:chOff x="-4626425" y="-4587625"/>
              <a:chExt cx="7590900" cy="7590900"/>
            </a:xfrm>
          </p:grpSpPr>
          <p:sp>
            <p:nvSpPr>
              <p:cNvPr id="160" name="Google Shape;160;p17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162" name="Google Shape;162;p17"/>
            <p:cNvSpPr/>
            <p:nvPr/>
          </p:nvSpPr>
          <p:spPr>
            <a:xfrm>
              <a:off x="4000050" y="-574025"/>
              <a:ext cx="1143900" cy="1143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163" name="Google Shape;163;p17"/>
          <p:cNvSpPr>
            <a:spLocks noGrp="1"/>
          </p:cNvSpPr>
          <p:nvPr>
            <p:ph type="pic" idx="2"/>
          </p:nvPr>
        </p:nvSpPr>
        <p:spPr>
          <a:xfrm>
            <a:off x="5788425" y="1183025"/>
            <a:ext cx="2715300" cy="3054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subTitle" idx="1"/>
          </p:nvPr>
        </p:nvSpPr>
        <p:spPr>
          <a:xfrm>
            <a:off x="726775" y="1169725"/>
            <a:ext cx="77040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67" name="Google Shape;167;p18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68" name="Google Shape;168;p18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18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0" name="Google Shape;170;p18"/>
          <p:cNvGrpSpPr/>
          <p:nvPr/>
        </p:nvGrpSpPr>
        <p:grpSpPr>
          <a:xfrm>
            <a:off x="-782399" y="1630450"/>
            <a:ext cx="11075874" cy="4434809"/>
            <a:chOff x="-782399" y="1630450"/>
            <a:chExt cx="11075874" cy="4434809"/>
          </a:xfrm>
        </p:grpSpPr>
        <p:grpSp>
          <p:nvGrpSpPr>
            <p:cNvPr id="171" name="Google Shape;171;p18"/>
            <p:cNvGrpSpPr/>
            <p:nvPr/>
          </p:nvGrpSpPr>
          <p:grpSpPr>
            <a:xfrm>
              <a:off x="-782399" y="4352752"/>
              <a:ext cx="1712507" cy="1712507"/>
              <a:chOff x="-4626425" y="-4587625"/>
              <a:chExt cx="7590900" cy="7590900"/>
            </a:xfrm>
          </p:grpSpPr>
          <p:sp>
            <p:nvSpPr>
              <p:cNvPr id="172" name="Google Shape;172;p18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173" name="Google Shape;173;p18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174" name="Google Shape;174;p18"/>
            <p:cNvSpPr/>
            <p:nvPr/>
          </p:nvSpPr>
          <p:spPr>
            <a:xfrm>
              <a:off x="8560075" y="1630450"/>
              <a:ext cx="1733400" cy="17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9"/>
          <p:cNvGrpSpPr/>
          <p:nvPr/>
        </p:nvGrpSpPr>
        <p:grpSpPr>
          <a:xfrm>
            <a:off x="-832574" y="-971898"/>
            <a:ext cx="1712507" cy="1712507"/>
            <a:chOff x="-4626425" y="-4587625"/>
            <a:chExt cx="7590900" cy="7590900"/>
          </a:xfrm>
        </p:grpSpPr>
        <p:sp>
          <p:nvSpPr>
            <p:cNvPr id="177" name="Google Shape;177;p19"/>
            <p:cNvSpPr/>
            <p:nvPr/>
          </p:nvSpPr>
          <p:spPr>
            <a:xfrm>
              <a:off x="-4626425" y="-4587625"/>
              <a:ext cx="7590900" cy="7590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-3233075" y="-3194275"/>
              <a:ext cx="4804200" cy="4804200"/>
            </a:xfrm>
            <a:prstGeom prst="ellipse">
              <a:avLst/>
            </a:prstGeom>
            <a:solidFill>
              <a:srgbClr val="4A86E8">
                <a:alpha val="2658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179" name="Google Shape;179;p19"/>
          <p:cNvSpPr txBox="1">
            <a:spLocks noGrp="1"/>
          </p:cNvSpPr>
          <p:nvPr>
            <p:ph type="subTitle" idx="1"/>
          </p:nvPr>
        </p:nvSpPr>
        <p:spPr>
          <a:xfrm>
            <a:off x="4774402" y="1794450"/>
            <a:ext cx="3564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2"/>
          </p:nvPr>
        </p:nvSpPr>
        <p:spPr>
          <a:xfrm>
            <a:off x="805650" y="1794450"/>
            <a:ext cx="35640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82" name="Google Shape;182;p19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83" name="Google Shape;183;p19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19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>
            <a:spLocks noGrp="1"/>
          </p:cNvSpPr>
          <p:nvPr>
            <p:ph type="subTitle" idx="1"/>
          </p:nvPr>
        </p:nvSpPr>
        <p:spPr>
          <a:xfrm>
            <a:off x="1112150" y="2486125"/>
            <a:ext cx="1973100" cy="19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ubTitle" idx="2"/>
          </p:nvPr>
        </p:nvSpPr>
        <p:spPr>
          <a:xfrm>
            <a:off x="3585450" y="2486127"/>
            <a:ext cx="1973100" cy="19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0"/>
          <p:cNvSpPr txBox="1">
            <a:spLocks noGrp="1"/>
          </p:cNvSpPr>
          <p:nvPr>
            <p:ph type="subTitle" idx="3"/>
          </p:nvPr>
        </p:nvSpPr>
        <p:spPr>
          <a:xfrm>
            <a:off x="6058750" y="2486126"/>
            <a:ext cx="1973100" cy="19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0"/>
          <p:cNvSpPr txBox="1">
            <a:spLocks noGrp="1"/>
          </p:cNvSpPr>
          <p:nvPr>
            <p:ph type="subTitle" idx="4"/>
          </p:nvPr>
        </p:nvSpPr>
        <p:spPr>
          <a:xfrm>
            <a:off x="1112150" y="1850875"/>
            <a:ext cx="19731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subTitle" idx="5"/>
          </p:nvPr>
        </p:nvSpPr>
        <p:spPr>
          <a:xfrm>
            <a:off x="3585450" y="1850875"/>
            <a:ext cx="19731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6"/>
          </p:nvPr>
        </p:nvSpPr>
        <p:spPr>
          <a:xfrm>
            <a:off x="6058750" y="1850875"/>
            <a:ext cx="19731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2" name="Google Shape;192;p20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93" name="Google Shape;193;p20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194" name="Google Shape;194;p20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20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6" name="Google Shape;196;p20"/>
          <p:cNvGrpSpPr/>
          <p:nvPr/>
        </p:nvGrpSpPr>
        <p:grpSpPr>
          <a:xfrm>
            <a:off x="-253882" y="-990625"/>
            <a:ext cx="10068632" cy="6615420"/>
            <a:chOff x="-253882" y="-990625"/>
            <a:chExt cx="10068632" cy="6615420"/>
          </a:xfrm>
        </p:grpSpPr>
        <p:grpSp>
          <p:nvGrpSpPr>
            <p:cNvPr id="197" name="Google Shape;197;p20"/>
            <p:cNvGrpSpPr/>
            <p:nvPr/>
          </p:nvGrpSpPr>
          <p:grpSpPr>
            <a:xfrm>
              <a:off x="-253882" y="4470219"/>
              <a:ext cx="1154576" cy="1154576"/>
              <a:chOff x="-4626425" y="-4587625"/>
              <a:chExt cx="7590900" cy="7590900"/>
            </a:xfrm>
          </p:grpSpPr>
          <p:sp>
            <p:nvSpPr>
              <p:cNvPr id="198" name="Google Shape;198;p20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200" name="Google Shape;200;p20"/>
            <p:cNvSpPr/>
            <p:nvPr/>
          </p:nvSpPr>
          <p:spPr>
            <a:xfrm>
              <a:off x="8081350" y="-990625"/>
              <a:ext cx="1733400" cy="17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>
            <a:spLocks noGrp="1"/>
          </p:cNvSpPr>
          <p:nvPr>
            <p:ph type="subTitle" idx="1"/>
          </p:nvPr>
        </p:nvSpPr>
        <p:spPr>
          <a:xfrm>
            <a:off x="722825" y="1826248"/>
            <a:ext cx="38118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2"/>
          </p:nvPr>
        </p:nvSpPr>
        <p:spPr>
          <a:xfrm>
            <a:off x="4615354" y="1826249"/>
            <a:ext cx="38118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3"/>
          </p:nvPr>
        </p:nvSpPr>
        <p:spPr>
          <a:xfrm>
            <a:off x="722825" y="3572550"/>
            <a:ext cx="38118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subTitle" idx="4"/>
          </p:nvPr>
        </p:nvSpPr>
        <p:spPr>
          <a:xfrm>
            <a:off x="4615325" y="3572550"/>
            <a:ext cx="38118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5"/>
          </p:nvPr>
        </p:nvSpPr>
        <p:spPr>
          <a:xfrm>
            <a:off x="722825" y="1532900"/>
            <a:ext cx="381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6"/>
          </p:nvPr>
        </p:nvSpPr>
        <p:spPr>
          <a:xfrm>
            <a:off x="722825" y="3279275"/>
            <a:ext cx="381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7"/>
          </p:nvPr>
        </p:nvSpPr>
        <p:spPr>
          <a:xfrm>
            <a:off x="4615317" y="1532900"/>
            <a:ext cx="381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8"/>
          </p:nvPr>
        </p:nvSpPr>
        <p:spPr>
          <a:xfrm>
            <a:off x="4615300" y="3279275"/>
            <a:ext cx="3811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211" name="Google Shape;211;p21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212" name="Google Shape;212;p21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21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" name="Google Shape;214;p21"/>
          <p:cNvGrpSpPr/>
          <p:nvPr/>
        </p:nvGrpSpPr>
        <p:grpSpPr>
          <a:xfrm>
            <a:off x="-681650" y="-990625"/>
            <a:ext cx="10143238" cy="6664839"/>
            <a:chOff x="-681650" y="-990625"/>
            <a:chExt cx="10143238" cy="6664839"/>
          </a:xfrm>
        </p:grpSpPr>
        <p:grpSp>
          <p:nvGrpSpPr>
            <p:cNvPr id="215" name="Google Shape;215;p21"/>
            <p:cNvGrpSpPr/>
            <p:nvPr/>
          </p:nvGrpSpPr>
          <p:grpSpPr>
            <a:xfrm>
              <a:off x="8179485" y="4392111"/>
              <a:ext cx="1282103" cy="1282103"/>
              <a:chOff x="-4626425" y="-4587625"/>
              <a:chExt cx="7590900" cy="75909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218" name="Google Shape;218;p21"/>
            <p:cNvSpPr/>
            <p:nvPr/>
          </p:nvSpPr>
          <p:spPr>
            <a:xfrm>
              <a:off x="-681650" y="-990625"/>
              <a:ext cx="1733400" cy="17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>
            <a:spLocks noGrp="1"/>
          </p:cNvSpPr>
          <p:nvPr>
            <p:ph type="subTitle" idx="1"/>
          </p:nvPr>
        </p:nvSpPr>
        <p:spPr>
          <a:xfrm>
            <a:off x="720000" y="1536500"/>
            <a:ext cx="2202000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2"/>
          <p:cNvSpPr txBox="1">
            <a:spLocks noGrp="1"/>
          </p:cNvSpPr>
          <p:nvPr>
            <p:ph type="subTitle" idx="2"/>
          </p:nvPr>
        </p:nvSpPr>
        <p:spPr>
          <a:xfrm>
            <a:off x="3472475" y="1536201"/>
            <a:ext cx="2199000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2"/>
          <p:cNvSpPr txBox="1">
            <a:spLocks noGrp="1"/>
          </p:cNvSpPr>
          <p:nvPr>
            <p:ph type="subTitle" idx="3"/>
          </p:nvPr>
        </p:nvSpPr>
        <p:spPr>
          <a:xfrm>
            <a:off x="723375" y="3352800"/>
            <a:ext cx="2199000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4"/>
          </p:nvPr>
        </p:nvSpPr>
        <p:spPr>
          <a:xfrm>
            <a:off x="3472675" y="3352800"/>
            <a:ext cx="2199000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subTitle" idx="5"/>
          </p:nvPr>
        </p:nvSpPr>
        <p:spPr>
          <a:xfrm>
            <a:off x="6221951" y="1536201"/>
            <a:ext cx="2199000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6"/>
          </p:nvPr>
        </p:nvSpPr>
        <p:spPr>
          <a:xfrm>
            <a:off x="6221975" y="3352800"/>
            <a:ext cx="2199000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subTitle" idx="7"/>
          </p:nvPr>
        </p:nvSpPr>
        <p:spPr>
          <a:xfrm>
            <a:off x="720000" y="1246975"/>
            <a:ext cx="220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8"/>
          </p:nvPr>
        </p:nvSpPr>
        <p:spPr>
          <a:xfrm>
            <a:off x="3472480" y="1246975"/>
            <a:ext cx="219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subTitle" idx="9"/>
          </p:nvPr>
        </p:nvSpPr>
        <p:spPr>
          <a:xfrm>
            <a:off x="6221960" y="1246975"/>
            <a:ext cx="2199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subTitle" idx="13"/>
          </p:nvPr>
        </p:nvSpPr>
        <p:spPr>
          <a:xfrm>
            <a:off x="720025" y="3063350"/>
            <a:ext cx="220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30" name="Google Shape;230;p22"/>
          <p:cNvSpPr txBox="1">
            <a:spLocks noGrp="1"/>
          </p:cNvSpPr>
          <p:nvPr>
            <p:ph type="subTitle" idx="14"/>
          </p:nvPr>
        </p:nvSpPr>
        <p:spPr>
          <a:xfrm>
            <a:off x="3471005" y="3063350"/>
            <a:ext cx="220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subTitle" idx="15"/>
          </p:nvPr>
        </p:nvSpPr>
        <p:spPr>
          <a:xfrm>
            <a:off x="6221985" y="3063350"/>
            <a:ext cx="220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22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234" name="Google Shape;234;p22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" name="Google Shape;235;p22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6" name="Google Shape;236;p22"/>
          <p:cNvGrpSpPr/>
          <p:nvPr/>
        </p:nvGrpSpPr>
        <p:grpSpPr>
          <a:xfrm>
            <a:off x="-1183200" y="-298098"/>
            <a:ext cx="11326283" cy="3736548"/>
            <a:chOff x="-1183200" y="-298098"/>
            <a:chExt cx="11326283" cy="3736548"/>
          </a:xfrm>
        </p:grpSpPr>
        <p:grpSp>
          <p:nvGrpSpPr>
            <p:cNvPr id="237" name="Google Shape;237;p22"/>
            <p:cNvGrpSpPr/>
            <p:nvPr/>
          </p:nvGrpSpPr>
          <p:grpSpPr>
            <a:xfrm>
              <a:off x="8430576" y="-298098"/>
              <a:ext cx="1712507" cy="1712507"/>
              <a:chOff x="-4626425" y="-4587625"/>
              <a:chExt cx="7590900" cy="7590900"/>
            </a:xfrm>
          </p:grpSpPr>
          <p:sp>
            <p:nvSpPr>
              <p:cNvPr id="238" name="Google Shape;238;p22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240" name="Google Shape;240;p22"/>
            <p:cNvSpPr/>
            <p:nvPr/>
          </p:nvSpPr>
          <p:spPr>
            <a:xfrm>
              <a:off x="-1183200" y="1705050"/>
              <a:ext cx="1733400" cy="1733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>
            <a:spLocks noGrp="1"/>
          </p:cNvSpPr>
          <p:nvPr>
            <p:ph type="title" hasCustomPrompt="1"/>
          </p:nvPr>
        </p:nvSpPr>
        <p:spPr>
          <a:xfrm>
            <a:off x="801100" y="577300"/>
            <a:ext cx="3951600" cy="768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3" name="Google Shape;243;p23"/>
          <p:cNvSpPr txBox="1">
            <a:spLocks noGrp="1"/>
          </p:cNvSpPr>
          <p:nvPr>
            <p:ph type="subTitle" idx="1"/>
          </p:nvPr>
        </p:nvSpPr>
        <p:spPr>
          <a:xfrm>
            <a:off x="801100" y="1422058"/>
            <a:ext cx="3951600" cy="365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title" idx="2" hasCustomPrompt="1"/>
          </p:nvPr>
        </p:nvSpPr>
        <p:spPr>
          <a:xfrm>
            <a:off x="801100" y="1966525"/>
            <a:ext cx="3951600" cy="768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5" name="Google Shape;245;p23"/>
          <p:cNvSpPr txBox="1">
            <a:spLocks noGrp="1"/>
          </p:cNvSpPr>
          <p:nvPr>
            <p:ph type="subTitle" idx="3"/>
          </p:nvPr>
        </p:nvSpPr>
        <p:spPr>
          <a:xfrm>
            <a:off x="801100" y="2811283"/>
            <a:ext cx="3951600" cy="365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title" idx="4" hasCustomPrompt="1"/>
          </p:nvPr>
        </p:nvSpPr>
        <p:spPr>
          <a:xfrm>
            <a:off x="801100" y="3355750"/>
            <a:ext cx="3951600" cy="768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7" name="Google Shape;247;p23"/>
          <p:cNvSpPr txBox="1">
            <a:spLocks noGrp="1"/>
          </p:cNvSpPr>
          <p:nvPr>
            <p:ph type="subTitle" idx="5"/>
          </p:nvPr>
        </p:nvSpPr>
        <p:spPr>
          <a:xfrm>
            <a:off x="801100" y="4200508"/>
            <a:ext cx="3951600" cy="365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248" name="Google Shape;248;p23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249" name="Google Shape;249;p23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0" name="Google Shape;250;p23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1" name="Google Shape;251;p23"/>
          <p:cNvSpPr/>
          <p:nvPr/>
        </p:nvSpPr>
        <p:spPr>
          <a:xfrm>
            <a:off x="-412375" y="-241525"/>
            <a:ext cx="1125600" cy="1125600"/>
          </a:xfrm>
          <a:prstGeom prst="ellipse">
            <a:avLst/>
          </a:prstGeom>
          <a:solidFill>
            <a:srgbClr val="4A86E8">
              <a:alpha val="2658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>
            <a:spLocks noGrp="1"/>
          </p:cNvSpPr>
          <p:nvPr>
            <p:ph type="title"/>
          </p:nvPr>
        </p:nvSpPr>
        <p:spPr>
          <a:xfrm>
            <a:off x="2277375" y="675400"/>
            <a:ext cx="4589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4"/>
          <p:cNvSpPr txBox="1">
            <a:spLocks noGrp="1"/>
          </p:cNvSpPr>
          <p:nvPr>
            <p:ph type="subTitle" idx="1"/>
          </p:nvPr>
        </p:nvSpPr>
        <p:spPr>
          <a:xfrm>
            <a:off x="2277350" y="1766125"/>
            <a:ext cx="4589100" cy="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277379" y="3459550"/>
            <a:ext cx="4589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lang="en" sz="1100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100" b="1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56" name="Google Shape;256;p24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257" name="Google Shape;257;p24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24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9" name="Google Shape;259;p24"/>
          <p:cNvSpPr/>
          <p:nvPr/>
        </p:nvSpPr>
        <p:spPr>
          <a:xfrm>
            <a:off x="7774000" y="3081275"/>
            <a:ext cx="2414100" cy="241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5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262" name="Google Shape;262;p25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25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4" name="Google Shape;264;p25"/>
          <p:cNvGrpSpPr/>
          <p:nvPr/>
        </p:nvGrpSpPr>
        <p:grpSpPr>
          <a:xfrm>
            <a:off x="-1219601" y="-5901128"/>
            <a:ext cx="10952126" cy="11505578"/>
            <a:chOff x="-1219601" y="-5901128"/>
            <a:chExt cx="10952126" cy="11505578"/>
          </a:xfrm>
        </p:grpSpPr>
        <p:grpSp>
          <p:nvGrpSpPr>
            <p:cNvPr id="265" name="Google Shape;265;p25"/>
            <p:cNvGrpSpPr/>
            <p:nvPr/>
          </p:nvGrpSpPr>
          <p:grpSpPr>
            <a:xfrm>
              <a:off x="-1219601" y="-5901128"/>
              <a:ext cx="7370005" cy="7370005"/>
              <a:chOff x="-4626425" y="-4587625"/>
              <a:chExt cx="7590900" cy="7590900"/>
            </a:xfrm>
          </p:grpSpPr>
          <p:sp>
            <p:nvSpPr>
              <p:cNvPr id="266" name="Google Shape;266;p25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267" name="Google Shape;267;p25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268" name="Google Shape;268;p25"/>
            <p:cNvSpPr/>
            <p:nvPr/>
          </p:nvSpPr>
          <p:spPr>
            <a:xfrm>
              <a:off x="7318425" y="3190350"/>
              <a:ext cx="2414100" cy="2414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6"/>
          <p:cNvGrpSpPr/>
          <p:nvPr/>
        </p:nvGrpSpPr>
        <p:grpSpPr>
          <a:xfrm>
            <a:off x="-21637" y="273050"/>
            <a:ext cx="9187275" cy="4597400"/>
            <a:chOff x="-21637" y="273050"/>
            <a:chExt cx="9187275" cy="4597400"/>
          </a:xfrm>
        </p:grpSpPr>
        <p:cxnSp>
          <p:nvCxnSpPr>
            <p:cNvPr id="271" name="Google Shape;271;p26"/>
            <p:cNvCxnSpPr/>
            <p:nvPr/>
          </p:nvCxnSpPr>
          <p:spPr>
            <a:xfrm rot="10800000">
              <a:off x="-21637" y="2730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2" name="Google Shape;272;p26"/>
            <p:cNvCxnSpPr/>
            <p:nvPr/>
          </p:nvCxnSpPr>
          <p:spPr>
            <a:xfrm rot="10800000">
              <a:off x="-21562" y="4870450"/>
              <a:ext cx="918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3" name="Google Shape;273;p26"/>
          <p:cNvGrpSpPr/>
          <p:nvPr/>
        </p:nvGrpSpPr>
        <p:grpSpPr>
          <a:xfrm>
            <a:off x="-1074506" y="-5348975"/>
            <a:ext cx="14462681" cy="11533138"/>
            <a:chOff x="-1074506" y="-5348975"/>
            <a:chExt cx="14462681" cy="11533138"/>
          </a:xfrm>
        </p:grpSpPr>
        <p:grpSp>
          <p:nvGrpSpPr>
            <p:cNvPr id="274" name="Google Shape;274;p26"/>
            <p:cNvGrpSpPr/>
            <p:nvPr/>
          </p:nvGrpSpPr>
          <p:grpSpPr>
            <a:xfrm>
              <a:off x="-1074506" y="3681443"/>
              <a:ext cx="2502720" cy="2502720"/>
              <a:chOff x="-4626425" y="-4587625"/>
              <a:chExt cx="7590900" cy="7590900"/>
            </a:xfrm>
          </p:grpSpPr>
          <p:sp>
            <p:nvSpPr>
              <p:cNvPr id="275" name="Google Shape;275;p26"/>
              <p:cNvSpPr/>
              <p:nvPr/>
            </p:nvSpPr>
            <p:spPr>
              <a:xfrm>
                <a:off x="-4626425" y="-4587625"/>
                <a:ext cx="7590900" cy="75909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  <p:sp>
            <p:nvSpPr>
              <p:cNvPr id="276" name="Google Shape;276;p26"/>
              <p:cNvSpPr/>
              <p:nvPr/>
            </p:nvSpPr>
            <p:spPr>
              <a:xfrm>
                <a:off x="-3233075" y="-3194275"/>
                <a:ext cx="4804200" cy="4804200"/>
              </a:xfrm>
              <a:prstGeom prst="ellipse">
                <a:avLst/>
              </a:prstGeom>
              <a:solidFill>
                <a:srgbClr val="4A86E8">
                  <a:alpha val="26580"/>
                </a:srgbClr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ap"/>
                  <a:ea typeface="Asap"/>
                  <a:cs typeface="Asap"/>
                  <a:sym typeface="Asap"/>
                </a:endParaRPr>
              </a:p>
            </p:txBody>
          </p:sp>
        </p:grpSp>
        <p:sp>
          <p:nvSpPr>
            <p:cNvPr id="277" name="Google Shape;277;p26"/>
            <p:cNvSpPr/>
            <p:nvPr/>
          </p:nvSpPr>
          <p:spPr>
            <a:xfrm>
              <a:off x="6062175" y="-5348975"/>
              <a:ext cx="7326000" cy="73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3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sap"/>
              <a:buNone/>
              <a:defRPr sz="26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4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69C25-B5CB-A10F-99B5-F198E460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2846070"/>
            <a:ext cx="2981902" cy="1541414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s-ES" sz="1650" dirty="0">
                <a:ea typeface="+mj-lt"/>
                <a:cs typeface="+mj-lt"/>
              </a:rPr>
              <a:t>Predicción del Riesgo Crediticio con Machine </a:t>
            </a:r>
            <a:r>
              <a:rPr lang="es-ES" sz="1650" dirty="0" err="1">
                <a:ea typeface="+mj-lt"/>
                <a:cs typeface="+mj-lt"/>
              </a:rPr>
              <a:t>Learning</a:t>
            </a:r>
            <a:br>
              <a:rPr lang="es-ES" sz="1650" dirty="0">
                <a:ea typeface="+mj-lt"/>
                <a:cs typeface="+mj-lt"/>
              </a:rPr>
            </a:br>
            <a:br>
              <a:rPr lang="es-ES" sz="1650" dirty="0">
                <a:ea typeface="+mj-lt"/>
                <a:cs typeface="+mj-lt"/>
              </a:rPr>
            </a:br>
            <a:r>
              <a:rPr lang="es-ES" sz="1650" dirty="0">
                <a:ea typeface="+mj-lt"/>
                <a:cs typeface="+mj-lt"/>
              </a:rPr>
              <a:t>Proyecto </a:t>
            </a:r>
            <a:r>
              <a:rPr lang="es-ES" sz="1650" dirty="0" err="1">
                <a:ea typeface="+mj-lt"/>
                <a:cs typeface="+mj-lt"/>
              </a:rPr>
              <a:t>MLOps</a:t>
            </a:r>
            <a:r>
              <a:rPr lang="es-ES" sz="1650" dirty="0">
                <a:ea typeface="+mj-lt"/>
                <a:cs typeface="+mj-lt"/>
              </a:rPr>
              <a:t> – Equipo 5</a:t>
            </a:r>
            <a:br>
              <a:rPr lang="es-ES" sz="1650" dirty="0">
                <a:ea typeface="+mj-lt"/>
                <a:cs typeface="+mj-lt"/>
              </a:rPr>
            </a:br>
            <a:br>
              <a:rPr lang="es-ES" sz="1650" dirty="0">
                <a:ea typeface="+mj-lt"/>
                <a:cs typeface="+mj-lt"/>
              </a:rPr>
            </a:br>
            <a:r>
              <a:rPr lang="es-ES" sz="1650" dirty="0">
                <a:ea typeface="+mj-lt"/>
                <a:cs typeface="+mj-lt"/>
              </a:rPr>
              <a:t>Fase 2</a:t>
            </a:r>
            <a:endParaRPr lang="es-ES" sz="1650" dirty="0"/>
          </a:p>
        </p:txBody>
      </p:sp>
      <p:pic>
        <p:nvPicPr>
          <p:cNvPr id="4" name="Imagen 3" descr="ITESM + Tec de Monterrey Artwork – javier arturo rodríguez">
            <a:extLst>
              <a:ext uri="{FF2B5EF4-FFF2-40B4-BE49-F238E27FC236}">
                <a16:creationId xmlns:a16="http://schemas.microsoft.com/office/drawing/2014/main" id="{859C072D-6661-FE0C-49B0-75238B55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" y="624078"/>
            <a:ext cx="2983230" cy="783098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5A0FDC-83F2-3FDD-F1B6-825614E22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53" y="685800"/>
            <a:ext cx="4542029" cy="3873131"/>
          </a:xfrm>
        </p:spPr>
        <p:txBody>
          <a:bodyPr spcFirstLastPara="1" vert="horz" wrap="square" lIns="68580" tIns="34290" rIns="68580" bIns="34290" rtlCol="0" anchor="t" anchorCtr="0">
            <a:normAutofit/>
          </a:bodyPr>
          <a:lstStyle/>
          <a:p>
            <a:r>
              <a:rPr lang="es-ES">
                <a:ea typeface="+mn-lt"/>
                <a:cs typeface="+mn-lt"/>
              </a:rPr>
              <a:t>Data </a:t>
            </a:r>
            <a:r>
              <a:rPr lang="en-US">
                <a:ea typeface="+mn-lt"/>
                <a:cs typeface="+mn-lt"/>
              </a:rPr>
              <a:t>Engineer </a:t>
            </a:r>
            <a:r>
              <a:rPr lang="es-ES"/>
              <a:t>- Ingrid Pamela Ruiz Puga (A01021209)</a:t>
            </a:r>
          </a:p>
          <a:p>
            <a:r>
              <a:rPr lang="es-ES"/>
              <a:t>Data </a:t>
            </a:r>
            <a:r>
              <a:rPr lang="en-US"/>
              <a:t>Scientist </a:t>
            </a:r>
            <a:r>
              <a:rPr lang="es-ES"/>
              <a:t>– Fernando Emmanuel </a:t>
            </a:r>
            <a:r>
              <a:rPr lang="es-ES" err="1"/>
              <a:t>Perez</a:t>
            </a:r>
            <a:r>
              <a:rPr lang="es-ES"/>
              <a:t> Escalante (A01796934)</a:t>
            </a:r>
          </a:p>
          <a:p>
            <a:r>
              <a:rPr lang="es-ES"/>
              <a:t>Data </a:t>
            </a:r>
            <a:r>
              <a:rPr lang="en-US"/>
              <a:t>Engineer </a:t>
            </a:r>
            <a:r>
              <a:rPr lang="es-ES"/>
              <a:t>- Sebastián Cabezón Rosas (A01840261)</a:t>
            </a:r>
          </a:p>
          <a:p>
            <a:r>
              <a:rPr lang="es-ES"/>
              <a:t>Software </a:t>
            </a:r>
            <a:r>
              <a:rPr lang="es-ES" err="1"/>
              <a:t>Enginer</a:t>
            </a:r>
            <a:r>
              <a:rPr lang="es-ES"/>
              <a:t> – </a:t>
            </a:r>
            <a:r>
              <a:rPr lang="es-ES" err="1"/>
              <a:t>Quirec</a:t>
            </a:r>
            <a:r>
              <a:rPr lang="es-ES"/>
              <a:t> </a:t>
            </a:r>
            <a:r>
              <a:rPr lang="es-ES" err="1"/>
              <a:t>Angeles</a:t>
            </a:r>
            <a:r>
              <a:rPr lang="es-ES"/>
              <a:t> Martínez ( A01745050)</a:t>
            </a:r>
          </a:p>
          <a:p>
            <a:r>
              <a:rPr lang="es-ES"/>
              <a:t>DevOps – Daniel </a:t>
            </a:r>
            <a:r>
              <a:rPr lang="es-ES" err="1"/>
              <a:t>Ivan</a:t>
            </a:r>
            <a:r>
              <a:rPr lang="es-ES"/>
              <a:t> </a:t>
            </a:r>
            <a:r>
              <a:rPr lang="es-ES" err="1"/>
              <a:t>Benitez</a:t>
            </a:r>
            <a:r>
              <a:rPr lang="es-ES"/>
              <a:t> </a:t>
            </a:r>
            <a:r>
              <a:rPr lang="es-ES" err="1"/>
              <a:t>Fernandez</a:t>
            </a:r>
            <a:r>
              <a:rPr lang="es-ES"/>
              <a:t> de Jauregui (A01795860)</a:t>
            </a:r>
          </a:p>
          <a:p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394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>
            <a:spLocks noGrp="1"/>
          </p:cNvSpPr>
          <p:nvPr>
            <p:ph type="subTitle" idx="1"/>
          </p:nvPr>
        </p:nvSpPr>
        <p:spPr>
          <a:xfrm>
            <a:off x="2074350" y="3528775"/>
            <a:ext cx="499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Equipo 5</a:t>
            </a:r>
            <a:endParaRPr/>
          </a:p>
        </p:txBody>
      </p:sp>
      <p:sp>
        <p:nvSpPr>
          <p:cNvPr id="283" name="Google Shape;283;p27"/>
          <p:cNvSpPr txBox="1">
            <a:spLocks noGrp="1"/>
          </p:cNvSpPr>
          <p:nvPr>
            <p:ph type="ctrTitle"/>
          </p:nvPr>
        </p:nvSpPr>
        <p:spPr>
          <a:xfrm>
            <a:off x="2556726" y="1157525"/>
            <a:ext cx="4030500" cy="22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Predicción del Riesgo Crediticio con Machine Learning​</a:t>
            </a:r>
            <a:endParaRPr sz="2900"/>
          </a:p>
        </p:txBody>
      </p:sp>
      <p:grpSp>
        <p:nvGrpSpPr>
          <p:cNvPr id="284" name="Google Shape;284;p27"/>
          <p:cNvGrpSpPr/>
          <p:nvPr/>
        </p:nvGrpSpPr>
        <p:grpSpPr>
          <a:xfrm>
            <a:off x="-4626425" y="-4587625"/>
            <a:ext cx="7590900" cy="7590900"/>
            <a:chOff x="-4626425" y="-4587625"/>
            <a:chExt cx="7590900" cy="7590900"/>
          </a:xfrm>
        </p:grpSpPr>
        <p:sp>
          <p:nvSpPr>
            <p:cNvPr id="285" name="Google Shape;285;p27"/>
            <p:cNvSpPr/>
            <p:nvPr/>
          </p:nvSpPr>
          <p:spPr>
            <a:xfrm>
              <a:off x="-4626425" y="-4587625"/>
              <a:ext cx="7590900" cy="7590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-3233075" y="-3194275"/>
              <a:ext cx="4804200" cy="4804200"/>
            </a:xfrm>
            <a:prstGeom prst="ellipse">
              <a:avLst/>
            </a:prstGeom>
            <a:solidFill>
              <a:srgbClr val="4A86E8">
                <a:alpha val="2658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>
            <a:spLocks noGrp="1"/>
          </p:cNvSpPr>
          <p:nvPr>
            <p:ph type="title"/>
          </p:nvPr>
        </p:nvSpPr>
        <p:spPr>
          <a:xfrm>
            <a:off x="937850" y="1425275"/>
            <a:ext cx="741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title" idx="2"/>
          </p:nvPr>
        </p:nvSpPr>
        <p:spPr>
          <a:xfrm>
            <a:off x="937850" y="2417000"/>
            <a:ext cx="741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title" idx="3"/>
          </p:nvPr>
        </p:nvSpPr>
        <p:spPr>
          <a:xfrm>
            <a:off x="937850" y="3408725"/>
            <a:ext cx="741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1"/>
          </p:nvPr>
        </p:nvSpPr>
        <p:spPr>
          <a:xfrm>
            <a:off x="1851975" y="1425350"/>
            <a:ext cx="2742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</a:t>
            </a:r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4"/>
          </p:nvPr>
        </p:nvSpPr>
        <p:spPr>
          <a:xfrm>
            <a:off x="1851975" y="2417050"/>
            <a:ext cx="2742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Cookiecutter</a:t>
            </a:r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ubTitle" idx="5"/>
          </p:nvPr>
        </p:nvSpPr>
        <p:spPr>
          <a:xfrm>
            <a:off x="1851975" y="3408725"/>
            <a:ext cx="2742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Refactorización</a:t>
            </a:r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title" idx="6"/>
          </p:nvPr>
        </p:nvSpPr>
        <p:spPr>
          <a:xfrm>
            <a:off x="720000" y="407675"/>
            <a:ext cx="7704000" cy="61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title" idx="7"/>
          </p:nvPr>
        </p:nvSpPr>
        <p:spPr>
          <a:xfrm>
            <a:off x="4766975" y="1425350"/>
            <a:ext cx="741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title" idx="8"/>
          </p:nvPr>
        </p:nvSpPr>
        <p:spPr>
          <a:xfrm>
            <a:off x="4766975" y="2417050"/>
            <a:ext cx="741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title" idx="9"/>
          </p:nvPr>
        </p:nvSpPr>
        <p:spPr>
          <a:xfrm>
            <a:off x="4766975" y="3408725"/>
            <a:ext cx="741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13"/>
          </p:nvPr>
        </p:nvSpPr>
        <p:spPr>
          <a:xfrm>
            <a:off x="5680975" y="1425350"/>
            <a:ext cx="2742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Pipepline</a:t>
            </a:r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subTitle" idx="14"/>
          </p:nvPr>
        </p:nvSpPr>
        <p:spPr>
          <a:xfrm>
            <a:off x="5680975" y="2417050"/>
            <a:ext cx="2742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Seguimiento MLFlow</a:t>
            </a:r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subTitle" idx="15"/>
          </p:nvPr>
        </p:nvSpPr>
        <p:spPr>
          <a:xfrm>
            <a:off x="5680975" y="3408725"/>
            <a:ext cx="27429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Versionamiento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>
            <a:spLocks noGrp="1"/>
          </p:cNvSpPr>
          <p:nvPr>
            <p:ph type="subTitle" idx="1"/>
          </p:nvPr>
        </p:nvSpPr>
        <p:spPr>
          <a:xfrm>
            <a:off x="4791600" y="1543050"/>
            <a:ext cx="29109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Garantizar reproducibilidad y trazabilidad de experimentos y modelos.</a:t>
            </a:r>
            <a:endParaRPr/>
          </a:p>
        </p:txBody>
      </p:sp>
      <p:sp>
        <p:nvSpPr>
          <p:cNvPr id="309" name="Google Shape;309;p29"/>
          <p:cNvSpPr txBox="1">
            <a:spLocks noGrp="1"/>
          </p:cNvSpPr>
          <p:nvPr>
            <p:ph type="subTitle" idx="2"/>
          </p:nvPr>
        </p:nvSpPr>
        <p:spPr>
          <a:xfrm>
            <a:off x="1499150" y="1543050"/>
            <a:ext cx="2910900" cy="4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Aplicar refactorización, buenas prácticas de código, y versionado con DVC/MLflow.</a:t>
            </a: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</a:t>
            </a:r>
            <a:endParaRPr/>
          </a:p>
        </p:txBody>
      </p:sp>
      <p:sp>
        <p:nvSpPr>
          <p:cNvPr id="311" name="Google Shape;311;p29"/>
          <p:cNvSpPr/>
          <p:nvPr/>
        </p:nvSpPr>
        <p:spPr>
          <a:xfrm>
            <a:off x="2604050" y="1102938"/>
            <a:ext cx="440100" cy="44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6027000" y="1102938"/>
            <a:ext cx="440100" cy="44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313" name="Google Shape;313;p29"/>
          <p:cNvGrpSpPr/>
          <p:nvPr/>
        </p:nvGrpSpPr>
        <p:grpSpPr>
          <a:xfrm>
            <a:off x="6055740" y="1131077"/>
            <a:ext cx="382628" cy="383843"/>
            <a:chOff x="4199323" y="4111800"/>
            <a:chExt cx="441834" cy="443237"/>
          </a:xfrm>
        </p:grpSpPr>
        <p:sp>
          <p:nvSpPr>
            <p:cNvPr id="314" name="Google Shape;314;p29"/>
            <p:cNvSpPr/>
            <p:nvPr/>
          </p:nvSpPr>
          <p:spPr>
            <a:xfrm>
              <a:off x="4199323" y="4111800"/>
              <a:ext cx="441834" cy="443237"/>
            </a:xfrm>
            <a:custGeom>
              <a:avLst/>
              <a:gdLst/>
              <a:ahLst/>
              <a:cxnLst/>
              <a:rect l="l" t="t" r="r" b="b"/>
              <a:pathLst>
                <a:path w="1574" h="1579" extrusionOk="0">
                  <a:moveTo>
                    <a:pt x="1476" y="287"/>
                  </a:moveTo>
                  <a:lnTo>
                    <a:pt x="1476" y="287"/>
                  </a:lnTo>
                  <a:cubicBezTo>
                    <a:pt x="1493" y="304"/>
                    <a:pt x="1517" y="309"/>
                    <a:pt x="1539" y="300"/>
                  </a:cubicBezTo>
                  <a:cubicBezTo>
                    <a:pt x="1560" y="292"/>
                    <a:pt x="1574" y="271"/>
                    <a:pt x="1574" y="247"/>
                  </a:cubicBezTo>
                  <a:cubicBezTo>
                    <a:pt x="1574" y="57"/>
                    <a:pt x="1574" y="57"/>
                    <a:pt x="1574" y="57"/>
                  </a:cubicBezTo>
                  <a:cubicBezTo>
                    <a:pt x="1574" y="25"/>
                    <a:pt x="1548" y="0"/>
                    <a:pt x="1517" y="0"/>
                  </a:cubicBezTo>
                  <a:cubicBezTo>
                    <a:pt x="1327" y="0"/>
                    <a:pt x="1327" y="0"/>
                    <a:pt x="1327" y="0"/>
                  </a:cubicBezTo>
                  <a:cubicBezTo>
                    <a:pt x="1304" y="0"/>
                    <a:pt x="1283" y="14"/>
                    <a:pt x="1275" y="35"/>
                  </a:cubicBezTo>
                  <a:cubicBezTo>
                    <a:pt x="1266" y="56"/>
                    <a:pt x="1271" y="81"/>
                    <a:pt x="1287" y="97"/>
                  </a:cubicBezTo>
                  <a:cubicBezTo>
                    <a:pt x="1309" y="119"/>
                    <a:pt x="1309" y="119"/>
                    <a:pt x="1309" y="119"/>
                  </a:cubicBezTo>
                  <a:cubicBezTo>
                    <a:pt x="1071" y="358"/>
                    <a:pt x="1071" y="358"/>
                    <a:pt x="1071" y="358"/>
                  </a:cubicBezTo>
                  <a:cubicBezTo>
                    <a:pt x="987" y="302"/>
                    <a:pt x="889" y="273"/>
                    <a:pt x="788" y="273"/>
                  </a:cubicBezTo>
                  <a:cubicBezTo>
                    <a:pt x="683" y="273"/>
                    <a:pt x="585" y="304"/>
                    <a:pt x="504" y="358"/>
                  </a:cubicBezTo>
                  <a:cubicBezTo>
                    <a:pt x="428" y="282"/>
                    <a:pt x="428" y="282"/>
                    <a:pt x="428" y="282"/>
                  </a:cubicBezTo>
                  <a:cubicBezTo>
                    <a:pt x="418" y="273"/>
                    <a:pt x="404" y="273"/>
                    <a:pt x="395" y="282"/>
                  </a:cubicBezTo>
                  <a:cubicBezTo>
                    <a:pt x="386" y="291"/>
                    <a:pt x="386" y="306"/>
                    <a:pt x="395" y="314"/>
                  </a:cubicBezTo>
                  <a:cubicBezTo>
                    <a:pt x="466" y="386"/>
                    <a:pt x="466" y="386"/>
                    <a:pt x="466" y="386"/>
                  </a:cubicBezTo>
                  <a:cubicBezTo>
                    <a:pt x="436" y="410"/>
                    <a:pt x="409" y="438"/>
                    <a:pt x="386" y="467"/>
                  </a:cubicBezTo>
                  <a:cubicBezTo>
                    <a:pt x="136" y="217"/>
                    <a:pt x="136" y="217"/>
                    <a:pt x="136" y="217"/>
                  </a:cubicBezTo>
                  <a:cubicBezTo>
                    <a:pt x="132" y="212"/>
                    <a:pt x="125" y="210"/>
                    <a:pt x="119" y="210"/>
                  </a:cubicBezTo>
                  <a:cubicBezTo>
                    <a:pt x="113" y="210"/>
                    <a:pt x="108" y="212"/>
                    <a:pt x="103" y="217"/>
                  </a:cubicBezTo>
                  <a:cubicBezTo>
                    <a:pt x="65" y="256"/>
                    <a:pt x="65" y="256"/>
                    <a:pt x="65" y="256"/>
                  </a:cubicBezTo>
                  <a:cubicBezTo>
                    <a:pt x="61" y="260"/>
                    <a:pt x="56" y="259"/>
                    <a:pt x="53" y="258"/>
                  </a:cubicBezTo>
                  <a:cubicBezTo>
                    <a:pt x="51" y="257"/>
                    <a:pt x="46" y="255"/>
                    <a:pt x="46" y="247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46" y="51"/>
                    <a:pt x="51" y="46"/>
                    <a:pt x="58" y="46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53" y="46"/>
                    <a:pt x="256" y="50"/>
                    <a:pt x="257" y="53"/>
                  </a:cubicBezTo>
                  <a:cubicBezTo>
                    <a:pt x="258" y="55"/>
                    <a:pt x="259" y="60"/>
                    <a:pt x="255" y="6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08" y="112"/>
                    <a:pt x="208" y="127"/>
                    <a:pt x="216" y="135"/>
                  </a:cubicBezTo>
                  <a:cubicBezTo>
                    <a:pt x="322" y="242"/>
                    <a:pt x="322" y="242"/>
                    <a:pt x="322" y="242"/>
                  </a:cubicBezTo>
                  <a:cubicBezTo>
                    <a:pt x="331" y="250"/>
                    <a:pt x="345" y="250"/>
                    <a:pt x="355" y="242"/>
                  </a:cubicBezTo>
                  <a:cubicBezTo>
                    <a:pt x="364" y="233"/>
                    <a:pt x="364" y="219"/>
                    <a:pt x="355" y="209"/>
                  </a:cubicBezTo>
                  <a:cubicBezTo>
                    <a:pt x="265" y="119"/>
                    <a:pt x="265" y="119"/>
                    <a:pt x="265" y="119"/>
                  </a:cubicBezTo>
                  <a:cubicBezTo>
                    <a:pt x="288" y="97"/>
                    <a:pt x="288" y="97"/>
                    <a:pt x="288" y="97"/>
                  </a:cubicBezTo>
                  <a:cubicBezTo>
                    <a:pt x="303" y="81"/>
                    <a:pt x="308" y="56"/>
                    <a:pt x="300" y="35"/>
                  </a:cubicBezTo>
                  <a:cubicBezTo>
                    <a:pt x="291" y="14"/>
                    <a:pt x="270" y="0"/>
                    <a:pt x="24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1"/>
                    <a:pt x="14" y="292"/>
                    <a:pt x="36" y="300"/>
                  </a:cubicBezTo>
                  <a:cubicBezTo>
                    <a:pt x="57" y="309"/>
                    <a:pt x="81" y="304"/>
                    <a:pt x="98" y="287"/>
                  </a:cubicBezTo>
                  <a:cubicBezTo>
                    <a:pt x="119" y="266"/>
                    <a:pt x="119" y="266"/>
                    <a:pt x="119" y="266"/>
                  </a:cubicBezTo>
                  <a:cubicBezTo>
                    <a:pt x="358" y="506"/>
                    <a:pt x="358" y="506"/>
                    <a:pt x="358" y="506"/>
                  </a:cubicBezTo>
                  <a:cubicBezTo>
                    <a:pt x="303" y="587"/>
                    <a:pt x="272" y="684"/>
                    <a:pt x="272" y="789"/>
                  </a:cubicBezTo>
                  <a:cubicBezTo>
                    <a:pt x="272" y="895"/>
                    <a:pt x="303" y="993"/>
                    <a:pt x="358" y="1074"/>
                  </a:cubicBezTo>
                  <a:cubicBezTo>
                    <a:pt x="119" y="1314"/>
                    <a:pt x="119" y="1314"/>
                    <a:pt x="119" y="1314"/>
                  </a:cubicBezTo>
                  <a:cubicBezTo>
                    <a:pt x="98" y="1291"/>
                    <a:pt x="98" y="1291"/>
                    <a:pt x="98" y="1291"/>
                  </a:cubicBezTo>
                  <a:cubicBezTo>
                    <a:pt x="81" y="1275"/>
                    <a:pt x="57" y="1270"/>
                    <a:pt x="36" y="1279"/>
                  </a:cubicBezTo>
                  <a:cubicBezTo>
                    <a:pt x="14" y="1288"/>
                    <a:pt x="0" y="1308"/>
                    <a:pt x="0" y="1331"/>
                  </a:cubicBezTo>
                  <a:cubicBezTo>
                    <a:pt x="0" y="1522"/>
                    <a:pt x="0" y="1522"/>
                    <a:pt x="0" y="1522"/>
                  </a:cubicBezTo>
                  <a:cubicBezTo>
                    <a:pt x="0" y="1553"/>
                    <a:pt x="26" y="1579"/>
                    <a:pt x="58" y="1579"/>
                  </a:cubicBezTo>
                  <a:cubicBezTo>
                    <a:pt x="247" y="1579"/>
                    <a:pt x="247" y="1579"/>
                    <a:pt x="247" y="1579"/>
                  </a:cubicBezTo>
                  <a:cubicBezTo>
                    <a:pt x="270" y="1579"/>
                    <a:pt x="291" y="1565"/>
                    <a:pt x="300" y="1544"/>
                  </a:cubicBezTo>
                  <a:cubicBezTo>
                    <a:pt x="308" y="1522"/>
                    <a:pt x="303" y="1499"/>
                    <a:pt x="288" y="1482"/>
                  </a:cubicBezTo>
                  <a:cubicBezTo>
                    <a:pt x="265" y="1460"/>
                    <a:pt x="265" y="1460"/>
                    <a:pt x="265" y="1460"/>
                  </a:cubicBezTo>
                  <a:cubicBezTo>
                    <a:pt x="504" y="1221"/>
                    <a:pt x="504" y="1221"/>
                    <a:pt x="504" y="1221"/>
                  </a:cubicBezTo>
                  <a:cubicBezTo>
                    <a:pt x="585" y="1275"/>
                    <a:pt x="683" y="1306"/>
                    <a:pt x="788" y="1306"/>
                  </a:cubicBezTo>
                  <a:cubicBezTo>
                    <a:pt x="891" y="1306"/>
                    <a:pt x="989" y="1275"/>
                    <a:pt x="1070" y="1221"/>
                  </a:cubicBezTo>
                  <a:cubicBezTo>
                    <a:pt x="1309" y="1460"/>
                    <a:pt x="1309" y="1460"/>
                    <a:pt x="1309" y="1460"/>
                  </a:cubicBezTo>
                  <a:cubicBezTo>
                    <a:pt x="1287" y="1482"/>
                    <a:pt x="1287" y="1482"/>
                    <a:pt x="1287" y="1482"/>
                  </a:cubicBezTo>
                  <a:cubicBezTo>
                    <a:pt x="1271" y="1499"/>
                    <a:pt x="1266" y="1522"/>
                    <a:pt x="1275" y="1544"/>
                  </a:cubicBezTo>
                  <a:cubicBezTo>
                    <a:pt x="1283" y="1565"/>
                    <a:pt x="1304" y="1579"/>
                    <a:pt x="1327" y="1579"/>
                  </a:cubicBezTo>
                  <a:cubicBezTo>
                    <a:pt x="1517" y="1579"/>
                    <a:pt x="1517" y="1579"/>
                    <a:pt x="1517" y="1579"/>
                  </a:cubicBezTo>
                  <a:cubicBezTo>
                    <a:pt x="1548" y="1579"/>
                    <a:pt x="1574" y="1553"/>
                    <a:pt x="1574" y="1522"/>
                  </a:cubicBezTo>
                  <a:cubicBezTo>
                    <a:pt x="1574" y="1331"/>
                    <a:pt x="1574" y="1331"/>
                    <a:pt x="1574" y="1331"/>
                  </a:cubicBezTo>
                  <a:cubicBezTo>
                    <a:pt x="1574" y="1308"/>
                    <a:pt x="1560" y="1288"/>
                    <a:pt x="1539" y="1279"/>
                  </a:cubicBezTo>
                  <a:cubicBezTo>
                    <a:pt x="1517" y="1270"/>
                    <a:pt x="1493" y="1275"/>
                    <a:pt x="1476" y="1291"/>
                  </a:cubicBezTo>
                  <a:cubicBezTo>
                    <a:pt x="1455" y="1314"/>
                    <a:pt x="1455" y="1314"/>
                    <a:pt x="1455" y="1314"/>
                  </a:cubicBezTo>
                  <a:cubicBezTo>
                    <a:pt x="1216" y="1074"/>
                    <a:pt x="1216" y="1074"/>
                    <a:pt x="1216" y="1074"/>
                  </a:cubicBezTo>
                  <a:cubicBezTo>
                    <a:pt x="1271" y="993"/>
                    <a:pt x="1302" y="895"/>
                    <a:pt x="1302" y="789"/>
                  </a:cubicBezTo>
                  <a:cubicBezTo>
                    <a:pt x="1302" y="774"/>
                    <a:pt x="1302" y="757"/>
                    <a:pt x="1300" y="741"/>
                  </a:cubicBezTo>
                  <a:cubicBezTo>
                    <a:pt x="1298" y="729"/>
                    <a:pt x="1287" y="719"/>
                    <a:pt x="1275" y="720"/>
                  </a:cubicBezTo>
                  <a:cubicBezTo>
                    <a:pt x="1261" y="721"/>
                    <a:pt x="1252" y="733"/>
                    <a:pt x="1253" y="746"/>
                  </a:cubicBezTo>
                  <a:cubicBezTo>
                    <a:pt x="1254" y="752"/>
                    <a:pt x="1254" y="759"/>
                    <a:pt x="1255" y="767"/>
                  </a:cubicBezTo>
                  <a:cubicBezTo>
                    <a:pt x="1208" y="767"/>
                    <a:pt x="1208" y="767"/>
                    <a:pt x="1208" y="767"/>
                  </a:cubicBezTo>
                  <a:cubicBezTo>
                    <a:pt x="1206" y="726"/>
                    <a:pt x="1198" y="686"/>
                    <a:pt x="1184" y="649"/>
                  </a:cubicBezTo>
                  <a:cubicBezTo>
                    <a:pt x="1229" y="631"/>
                    <a:pt x="1229" y="631"/>
                    <a:pt x="1229" y="631"/>
                  </a:cubicBezTo>
                  <a:cubicBezTo>
                    <a:pt x="1231" y="637"/>
                    <a:pt x="1233" y="643"/>
                    <a:pt x="1235" y="649"/>
                  </a:cubicBezTo>
                  <a:cubicBezTo>
                    <a:pt x="1239" y="662"/>
                    <a:pt x="1251" y="669"/>
                    <a:pt x="1264" y="665"/>
                  </a:cubicBezTo>
                  <a:cubicBezTo>
                    <a:pt x="1276" y="661"/>
                    <a:pt x="1283" y="648"/>
                    <a:pt x="1279" y="636"/>
                  </a:cubicBezTo>
                  <a:cubicBezTo>
                    <a:pt x="1265" y="590"/>
                    <a:pt x="1243" y="546"/>
                    <a:pt x="1216" y="504"/>
                  </a:cubicBezTo>
                  <a:cubicBezTo>
                    <a:pt x="1455" y="266"/>
                    <a:pt x="1455" y="266"/>
                    <a:pt x="1455" y="266"/>
                  </a:cubicBezTo>
                  <a:lnTo>
                    <a:pt x="1476" y="287"/>
                  </a:lnTo>
                  <a:moveTo>
                    <a:pt x="1208" y="813"/>
                  </a:moveTo>
                  <a:lnTo>
                    <a:pt x="1208" y="813"/>
                  </a:lnTo>
                  <a:cubicBezTo>
                    <a:pt x="1255" y="813"/>
                    <a:pt x="1255" y="813"/>
                    <a:pt x="1255" y="813"/>
                  </a:cubicBezTo>
                  <a:cubicBezTo>
                    <a:pt x="1253" y="860"/>
                    <a:pt x="1244" y="905"/>
                    <a:pt x="1229" y="948"/>
                  </a:cubicBezTo>
                  <a:cubicBezTo>
                    <a:pt x="1184" y="930"/>
                    <a:pt x="1184" y="930"/>
                    <a:pt x="1184" y="930"/>
                  </a:cubicBezTo>
                  <a:cubicBezTo>
                    <a:pt x="1198" y="893"/>
                    <a:pt x="1206" y="854"/>
                    <a:pt x="1208" y="813"/>
                  </a:cubicBezTo>
                  <a:moveTo>
                    <a:pt x="1134" y="1105"/>
                  </a:moveTo>
                  <a:lnTo>
                    <a:pt x="1134" y="1105"/>
                  </a:lnTo>
                  <a:cubicBezTo>
                    <a:pt x="1101" y="1072"/>
                    <a:pt x="1101" y="1072"/>
                    <a:pt x="1101" y="1072"/>
                  </a:cubicBezTo>
                  <a:cubicBezTo>
                    <a:pt x="1127" y="1042"/>
                    <a:pt x="1149" y="1008"/>
                    <a:pt x="1167" y="972"/>
                  </a:cubicBezTo>
                  <a:cubicBezTo>
                    <a:pt x="1211" y="991"/>
                    <a:pt x="1211" y="991"/>
                    <a:pt x="1211" y="991"/>
                  </a:cubicBezTo>
                  <a:cubicBezTo>
                    <a:pt x="1191" y="1033"/>
                    <a:pt x="1165" y="1071"/>
                    <a:pt x="1134" y="1105"/>
                  </a:cubicBezTo>
                  <a:moveTo>
                    <a:pt x="988" y="1215"/>
                  </a:moveTo>
                  <a:lnTo>
                    <a:pt x="988" y="1215"/>
                  </a:lnTo>
                  <a:cubicBezTo>
                    <a:pt x="970" y="1171"/>
                    <a:pt x="970" y="1171"/>
                    <a:pt x="970" y="1171"/>
                  </a:cubicBezTo>
                  <a:cubicBezTo>
                    <a:pt x="1006" y="1153"/>
                    <a:pt x="1038" y="1131"/>
                    <a:pt x="1068" y="1105"/>
                  </a:cubicBezTo>
                  <a:cubicBezTo>
                    <a:pt x="1101" y="1138"/>
                    <a:pt x="1101" y="1138"/>
                    <a:pt x="1101" y="1138"/>
                  </a:cubicBezTo>
                  <a:cubicBezTo>
                    <a:pt x="1068" y="1169"/>
                    <a:pt x="1029" y="1194"/>
                    <a:pt x="988" y="1215"/>
                  </a:cubicBezTo>
                  <a:moveTo>
                    <a:pt x="473" y="1138"/>
                  </a:moveTo>
                  <a:lnTo>
                    <a:pt x="473" y="1138"/>
                  </a:lnTo>
                  <a:cubicBezTo>
                    <a:pt x="506" y="1105"/>
                    <a:pt x="506" y="1105"/>
                    <a:pt x="506" y="1105"/>
                  </a:cubicBezTo>
                  <a:cubicBezTo>
                    <a:pt x="536" y="1131"/>
                    <a:pt x="569" y="1153"/>
                    <a:pt x="605" y="1171"/>
                  </a:cubicBezTo>
                  <a:cubicBezTo>
                    <a:pt x="587" y="1215"/>
                    <a:pt x="587" y="1215"/>
                    <a:pt x="587" y="1215"/>
                  </a:cubicBezTo>
                  <a:cubicBezTo>
                    <a:pt x="545" y="1194"/>
                    <a:pt x="507" y="1169"/>
                    <a:pt x="473" y="1138"/>
                  </a:cubicBezTo>
                  <a:moveTo>
                    <a:pt x="364" y="991"/>
                  </a:moveTo>
                  <a:lnTo>
                    <a:pt x="364" y="991"/>
                  </a:lnTo>
                  <a:cubicBezTo>
                    <a:pt x="407" y="972"/>
                    <a:pt x="407" y="972"/>
                    <a:pt x="407" y="972"/>
                  </a:cubicBezTo>
                  <a:cubicBezTo>
                    <a:pt x="425" y="1008"/>
                    <a:pt x="447" y="1042"/>
                    <a:pt x="474" y="1072"/>
                  </a:cubicBezTo>
                  <a:cubicBezTo>
                    <a:pt x="440" y="1105"/>
                    <a:pt x="440" y="1105"/>
                    <a:pt x="440" y="1105"/>
                  </a:cubicBezTo>
                  <a:cubicBezTo>
                    <a:pt x="409" y="1071"/>
                    <a:pt x="383" y="1033"/>
                    <a:pt x="364" y="991"/>
                  </a:cubicBezTo>
                  <a:moveTo>
                    <a:pt x="319" y="813"/>
                  </a:moveTo>
                  <a:lnTo>
                    <a:pt x="319" y="813"/>
                  </a:lnTo>
                  <a:cubicBezTo>
                    <a:pt x="366" y="813"/>
                    <a:pt x="366" y="813"/>
                    <a:pt x="366" y="813"/>
                  </a:cubicBezTo>
                  <a:cubicBezTo>
                    <a:pt x="369" y="854"/>
                    <a:pt x="376" y="893"/>
                    <a:pt x="390" y="930"/>
                  </a:cubicBezTo>
                  <a:cubicBezTo>
                    <a:pt x="346" y="948"/>
                    <a:pt x="346" y="948"/>
                    <a:pt x="346" y="948"/>
                  </a:cubicBezTo>
                  <a:cubicBezTo>
                    <a:pt x="331" y="905"/>
                    <a:pt x="322" y="860"/>
                    <a:pt x="319" y="813"/>
                  </a:cubicBezTo>
                  <a:moveTo>
                    <a:pt x="346" y="631"/>
                  </a:moveTo>
                  <a:lnTo>
                    <a:pt x="346" y="631"/>
                  </a:lnTo>
                  <a:cubicBezTo>
                    <a:pt x="390" y="649"/>
                    <a:pt x="390" y="649"/>
                    <a:pt x="390" y="649"/>
                  </a:cubicBezTo>
                  <a:cubicBezTo>
                    <a:pt x="376" y="686"/>
                    <a:pt x="369" y="726"/>
                    <a:pt x="366" y="767"/>
                  </a:cubicBezTo>
                  <a:cubicBezTo>
                    <a:pt x="319" y="767"/>
                    <a:pt x="319" y="767"/>
                    <a:pt x="319" y="767"/>
                  </a:cubicBezTo>
                  <a:cubicBezTo>
                    <a:pt x="322" y="719"/>
                    <a:pt x="331" y="674"/>
                    <a:pt x="346" y="631"/>
                  </a:cubicBezTo>
                  <a:moveTo>
                    <a:pt x="440" y="474"/>
                  </a:moveTo>
                  <a:lnTo>
                    <a:pt x="440" y="474"/>
                  </a:lnTo>
                  <a:cubicBezTo>
                    <a:pt x="474" y="507"/>
                    <a:pt x="474" y="507"/>
                    <a:pt x="474" y="507"/>
                  </a:cubicBezTo>
                  <a:cubicBezTo>
                    <a:pt x="447" y="537"/>
                    <a:pt x="425" y="570"/>
                    <a:pt x="407" y="606"/>
                  </a:cubicBezTo>
                  <a:cubicBezTo>
                    <a:pt x="364" y="589"/>
                    <a:pt x="364" y="589"/>
                    <a:pt x="364" y="589"/>
                  </a:cubicBezTo>
                  <a:cubicBezTo>
                    <a:pt x="383" y="547"/>
                    <a:pt x="409" y="507"/>
                    <a:pt x="440" y="474"/>
                  </a:cubicBezTo>
                  <a:moveTo>
                    <a:pt x="587" y="365"/>
                  </a:moveTo>
                  <a:lnTo>
                    <a:pt x="587" y="365"/>
                  </a:lnTo>
                  <a:cubicBezTo>
                    <a:pt x="605" y="409"/>
                    <a:pt x="605" y="409"/>
                    <a:pt x="605" y="409"/>
                  </a:cubicBezTo>
                  <a:cubicBezTo>
                    <a:pt x="569" y="426"/>
                    <a:pt x="536" y="448"/>
                    <a:pt x="506" y="475"/>
                  </a:cubicBezTo>
                  <a:cubicBezTo>
                    <a:pt x="473" y="441"/>
                    <a:pt x="473" y="441"/>
                    <a:pt x="473" y="441"/>
                  </a:cubicBezTo>
                  <a:cubicBezTo>
                    <a:pt x="507" y="410"/>
                    <a:pt x="545" y="384"/>
                    <a:pt x="587" y="365"/>
                  </a:cubicBezTo>
                  <a:moveTo>
                    <a:pt x="810" y="368"/>
                  </a:moveTo>
                  <a:lnTo>
                    <a:pt x="810" y="368"/>
                  </a:lnTo>
                  <a:cubicBezTo>
                    <a:pt x="810" y="319"/>
                    <a:pt x="810" y="319"/>
                    <a:pt x="810" y="319"/>
                  </a:cubicBezTo>
                  <a:cubicBezTo>
                    <a:pt x="857" y="322"/>
                    <a:pt x="903" y="331"/>
                    <a:pt x="945" y="346"/>
                  </a:cubicBezTo>
                  <a:cubicBezTo>
                    <a:pt x="926" y="390"/>
                    <a:pt x="926" y="390"/>
                    <a:pt x="926" y="390"/>
                  </a:cubicBezTo>
                  <a:cubicBezTo>
                    <a:pt x="890" y="378"/>
                    <a:pt x="851" y="370"/>
                    <a:pt x="810" y="368"/>
                  </a:cubicBezTo>
                  <a:moveTo>
                    <a:pt x="764" y="368"/>
                  </a:moveTo>
                  <a:lnTo>
                    <a:pt x="764" y="368"/>
                  </a:lnTo>
                  <a:cubicBezTo>
                    <a:pt x="724" y="370"/>
                    <a:pt x="685" y="378"/>
                    <a:pt x="648" y="390"/>
                  </a:cubicBezTo>
                  <a:cubicBezTo>
                    <a:pt x="629" y="346"/>
                    <a:pt x="629" y="346"/>
                    <a:pt x="629" y="346"/>
                  </a:cubicBezTo>
                  <a:cubicBezTo>
                    <a:pt x="671" y="332"/>
                    <a:pt x="717" y="322"/>
                    <a:pt x="764" y="319"/>
                  </a:cubicBezTo>
                  <a:lnTo>
                    <a:pt x="764" y="368"/>
                  </a:lnTo>
                  <a:moveTo>
                    <a:pt x="648" y="1188"/>
                  </a:moveTo>
                  <a:lnTo>
                    <a:pt x="648" y="1188"/>
                  </a:lnTo>
                  <a:cubicBezTo>
                    <a:pt x="685" y="1202"/>
                    <a:pt x="724" y="1210"/>
                    <a:pt x="764" y="1212"/>
                  </a:cubicBezTo>
                  <a:cubicBezTo>
                    <a:pt x="764" y="1259"/>
                    <a:pt x="764" y="1259"/>
                    <a:pt x="764" y="1259"/>
                  </a:cubicBezTo>
                  <a:cubicBezTo>
                    <a:pt x="717" y="1257"/>
                    <a:pt x="671" y="1248"/>
                    <a:pt x="629" y="1232"/>
                  </a:cubicBezTo>
                  <a:lnTo>
                    <a:pt x="648" y="1188"/>
                  </a:lnTo>
                  <a:moveTo>
                    <a:pt x="810" y="1212"/>
                  </a:moveTo>
                  <a:lnTo>
                    <a:pt x="810" y="1212"/>
                  </a:lnTo>
                  <a:cubicBezTo>
                    <a:pt x="851" y="1210"/>
                    <a:pt x="890" y="1202"/>
                    <a:pt x="926" y="1188"/>
                  </a:cubicBezTo>
                  <a:cubicBezTo>
                    <a:pt x="945" y="1232"/>
                    <a:pt x="945" y="1232"/>
                    <a:pt x="945" y="1232"/>
                  </a:cubicBezTo>
                  <a:cubicBezTo>
                    <a:pt x="903" y="1248"/>
                    <a:pt x="857" y="1257"/>
                    <a:pt x="810" y="1259"/>
                  </a:cubicBezTo>
                  <a:lnTo>
                    <a:pt x="810" y="1212"/>
                  </a:lnTo>
                  <a:moveTo>
                    <a:pt x="1162" y="789"/>
                  </a:moveTo>
                  <a:lnTo>
                    <a:pt x="1162" y="789"/>
                  </a:lnTo>
                  <a:cubicBezTo>
                    <a:pt x="1162" y="997"/>
                    <a:pt x="994" y="1167"/>
                    <a:pt x="788" y="1167"/>
                  </a:cubicBezTo>
                  <a:cubicBezTo>
                    <a:pt x="580" y="1167"/>
                    <a:pt x="412" y="997"/>
                    <a:pt x="412" y="789"/>
                  </a:cubicBezTo>
                  <a:cubicBezTo>
                    <a:pt x="412" y="582"/>
                    <a:pt x="580" y="413"/>
                    <a:pt x="788" y="413"/>
                  </a:cubicBezTo>
                  <a:cubicBezTo>
                    <a:pt x="994" y="413"/>
                    <a:pt x="1162" y="582"/>
                    <a:pt x="1162" y="789"/>
                  </a:cubicBezTo>
                  <a:moveTo>
                    <a:pt x="1068" y="475"/>
                  </a:moveTo>
                  <a:lnTo>
                    <a:pt x="1068" y="475"/>
                  </a:lnTo>
                  <a:cubicBezTo>
                    <a:pt x="1038" y="448"/>
                    <a:pt x="1006" y="426"/>
                    <a:pt x="970" y="409"/>
                  </a:cubicBezTo>
                  <a:cubicBezTo>
                    <a:pt x="988" y="364"/>
                    <a:pt x="988" y="364"/>
                    <a:pt x="988" y="364"/>
                  </a:cubicBezTo>
                  <a:cubicBezTo>
                    <a:pt x="1029" y="384"/>
                    <a:pt x="1068" y="410"/>
                    <a:pt x="1102" y="441"/>
                  </a:cubicBezTo>
                  <a:lnTo>
                    <a:pt x="1068" y="475"/>
                  </a:lnTo>
                  <a:moveTo>
                    <a:pt x="216" y="1443"/>
                  </a:moveTo>
                  <a:lnTo>
                    <a:pt x="216" y="1443"/>
                  </a:lnTo>
                  <a:cubicBezTo>
                    <a:pt x="208" y="1452"/>
                    <a:pt x="208" y="1467"/>
                    <a:pt x="216" y="1476"/>
                  </a:cubicBezTo>
                  <a:cubicBezTo>
                    <a:pt x="255" y="1514"/>
                    <a:pt x="255" y="1514"/>
                    <a:pt x="255" y="1514"/>
                  </a:cubicBezTo>
                  <a:cubicBezTo>
                    <a:pt x="259" y="1519"/>
                    <a:pt x="258" y="1524"/>
                    <a:pt x="257" y="1526"/>
                  </a:cubicBezTo>
                  <a:cubicBezTo>
                    <a:pt x="256" y="1528"/>
                    <a:pt x="253" y="1533"/>
                    <a:pt x="247" y="1533"/>
                  </a:cubicBezTo>
                  <a:cubicBezTo>
                    <a:pt x="58" y="1533"/>
                    <a:pt x="58" y="1533"/>
                    <a:pt x="58" y="1533"/>
                  </a:cubicBezTo>
                  <a:cubicBezTo>
                    <a:pt x="51" y="1533"/>
                    <a:pt x="46" y="1528"/>
                    <a:pt x="46" y="1522"/>
                  </a:cubicBezTo>
                  <a:cubicBezTo>
                    <a:pt x="46" y="1331"/>
                    <a:pt x="46" y="1331"/>
                    <a:pt x="46" y="1331"/>
                  </a:cubicBezTo>
                  <a:cubicBezTo>
                    <a:pt x="46" y="1325"/>
                    <a:pt x="51" y="1323"/>
                    <a:pt x="53" y="1322"/>
                  </a:cubicBezTo>
                  <a:cubicBezTo>
                    <a:pt x="56" y="1321"/>
                    <a:pt x="61" y="1320"/>
                    <a:pt x="65" y="1324"/>
                  </a:cubicBezTo>
                  <a:cubicBezTo>
                    <a:pt x="103" y="1362"/>
                    <a:pt x="103" y="1362"/>
                    <a:pt x="103" y="1362"/>
                  </a:cubicBezTo>
                  <a:cubicBezTo>
                    <a:pt x="108" y="1367"/>
                    <a:pt x="113" y="1369"/>
                    <a:pt x="119" y="1369"/>
                  </a:cubicBezTo>
                  <a:cubicBezTo>
                    <a:pt x="125" y="1369"/>
                    <a:pt x="132" y="1367"/>
                    <a:pt x="136" y="1362"/>
                  </a:cubicBezTo>
                  <a:cubicBezTo>
                    <a:pt x="386" y="1112"/>
                    <a:pt x="386" y="1112"/>
                    <a:pt x="386" y="1112"/>
                  </a:cubicBezTo>
                  <a:cubicBezTo>
                    <a:pt x="409" y="1142"/>
                    <a:pt x="436" y="1169"/>
                    <a:pt x="466" y="1193"/>
                  </a:cubicBezTo>
                  <a:lnTo>
                    <a:pt x="216" y="1443"/>
                  </a:lnTo>
                  <a:moveTo>
                    <a:pt x="1438" y="1362"/>
                  </a:moveTo>
                  <a:lnTo>
                    <a:pt x="1438" y="1362"/>
                  </a:lnTo>
                  <a:cubicBezTo>
                    <a:pt x="1442" y="1367"/>
                    <a:pt x="1449" y="1369"/>
                    <a:pt x="1455" y="1369"/>
                  </a:cubicBezTo>
                  <a:cubicBezTo>
                    <a:pt x="1461" y="1369"/>
                    <a:pt x="1467" y="1367"/>
                    <a:pt x="1471" y="1362"/>
                  </a:cubicBezTo>
                  <a:cubicBezTo>
                    <a:pt x="1509" y="1324"/>
                    <a:pt x="1509" y="1324"/>
                    <a:pt x="1509" y="1324"/>
                  </a:cubicBezTo>
                  <a:cubicBezTo>
                    <a:pt x="1513" y="1320"/>
                    <a:pt x="1518" y="1321"/>
                    <a:pt x="1521" y="1322"/>
                  </a:cubicBezTo>
                  <a:cubicBezTo>
                    <a:pt x="1523" y="1323"/>
                    <a:pt x="1528" y="1325"/>
                    <a:pt x="1528" y="1331"/>
                  </a:cubicBezTo>
                  <a:cubicBezTo>
                    <a:pt x="1528" y="1522"/>
                    <a:pt x="1528" y="1522"/>
                    <a:pt x="1528" y="1522"/>
                  </a:cubicBezTo>
                  <a:cubicBezTo>
                    <a:pt x="1528" y="1528"/>
                    <a:pt x="1523" y="1533"/>
                    <a:pt x="1517" y="1533"/>
                  </a:cubicBezTo>
                  <a:cubicBezTo>
                    <a:pt x="1327" y="1533"/>
                    <a:pt x="1327" y="1533"/>
                    <a:pt x="1327" y="1533"/>
                  </a:cubicBezTo>
                  <a:cubicBezTo>
                    <a:pt x="1321" y="1533"/>
                    <a:pt x="1318" y="1528"/>
                    <a:pt x="1317" y="1526"/>
                  </a:cubicBezTo>
                  <a:cubicBezTo>
                    <a:pt x="1316" y="1524"/>
                    <a:pt x="1315" y="1519"/>
                    <a:pt x="1320" y="1514"/>
                  </a:cubicBezTo>
                  <a:cubicBezTo>
                    <a:pt x="1358" y="1476"/>
                    <a:pt x="1358" y="1476"/>
                    <a:pt x="1358" y="1476"/>
                  </a:cubicBezTo>
                  <a:cubicBezTo>
                    <a:pt x="1367" y="1467"/>
                    <a:pt x="1367" y="1452"/>
                    <a:pt x="1358" y="1443"/>
                  </a:cubicBezTo>
                  <a:cubicBezTo>
                    <a:pt x="1108" y="1193"/>
                    <a:pt x="1108" y="1193"/>
                    <a:pt x="1108" y="1193"/>
                  </a:cubicBezTo>
                  <a:cubicBezTo>
                    <a:pt x="1138" y="1169"/>
                    <a:pt x="1165" y="1142"/>
                    <a:pt x="1189" y="1112"/>
                  </a:cubicBezTo>
                  <a:lnTo>
                    <a:pt x="1438" y="1362"/>
                  </a:lnTo>
                  <a:moveTo>
                    <a:pt x="1167" y="606"/>
                  </a:moveTo>
                  <a:lnTo>
                    <a:pt x="1167" y="606"/>
                  </a:lnTo>
                  <a:cubicBezTo>
                    <a:pt x="1149" y="570"/>
                    <a:pt x="1127" y="537"/>
                    <a:pt x="1101" y="507"/>
                  </a:cubicBezTo>
                  <a:cubicBezTo>
                    <a:pt x="1135" y="474"/>
                    <a:pt x="1135" y="474"/>
                    <a:pt x="1135" y="474"/>
                  </a:cubicBezTo>
                  <a:cubicBezTo>
                    <a:pt x="1165" y="507"/>
                    <a:pt x="1191" y="546"/>
                    <a:pt x="1211" y="589"/>
                  </a:cubicBezTo>
                  <a:lnTo>
                    <a:pt x="1167" y="606"/>
                  </a:lnTo>
                  <a:moveTo>
                    <a:pt x="1190" y="467"/>
                  </a:moveTo>
                  <a:lnTo>
                    <a:pt x="1190" y="467"/>
                  </a:lnTo>
                  <a:cubicBezTo>
                    <a:pt x="1165" y="438"/>
                    <a:pt x="1138" y="410"/>
                    <a:pt x="1108" y="386"/>
                  </a:cubicBezTo>
                  <a:cubicBezTo>
                    <a:pt x="1358" y="135"/>
                    <a:pt x="1358" y="135"/>
                    <a:pt x="1358" y="135"/>
                  </a:cubicBezTo>
                  <a:cubicBezTo>
                    <a:pt x="1367" y="127"/>
                    <a:pt x="1367" y="112"/>
                    <a:pt x="1358" y="104"/>
                  </a:cubicBezTo>
                  <a:cubicBezTo>
                    <a:pt x="1320" y="64"/>
                    <a:pt x="1320" y="64"/>
                    <a:pt x="1320" y="64"/>
                  </a:cubicBezTo>
                  <a:cubicBezTo>
                    <a:pt x="1315" y="60"/>
                    <a:pt x="1316" y="55"/>
                    <a:pt x="1317" y="53"/>
                  </a:cubicBezTo>
                  <a:cubicBezTo>
                    <a:pt x="1318" y="50"/>
                    <a:pt x="1321" y="46"/>
                    <a:pt x="1327" y="46"/>
                  </a:cubicBezTo>
                  <a:cubicBezTo>
                    <a:pt x="1517" y="46"/>
                    <a:pt x="1517" y="46"/>
                    <a:pt x="1517" y="46"/>
                  </a:cubicBezTo>
                  <a:cubicBezTo>
                    <a:pt x="1523" y="46"/>
                    <a:pt x="1528" y="51"/>
                    <a:pt x="1528" y="57"/>
                  </a:cubicBezTo>
                  <a:cubicBezTo>
                    <a:pt x="1528" y="247"/>
                    <a:pt x="1528" y="247"/>
                    <a:pt x="1528" y="247"/>
                  </a:cubicBezTo>
                  <a:cubicBezTo>
                    <a:pt x="1528" y="255"/>
                    <a:pt x="1523" y="257"/>
                    <a:pt x="1521" y="258"/>
                  </a:cubicBezTo>
                  <a:cubicBezTo>
                    <a:pt x="1518" y="259"/>
                    <a:pt x="1513" y="260"/>
                    <a:pt x="1509" y="256"/>
                  </a:cubicBezTo>
                  <a:cubicBezTo>
                    <a:pt x="1471" y="217"/>
                    <a:pt x="1471" y="217"/>
                    <a:pt x="1471" y="217"/>
                  </a:cubicBezTo>
                  <a:cubicBezTo>
                    <a:pt x="1467" y="212"/>
                    <a:pt x="1461" y="210"/>
                    <a:pt x="1455" y="210"/>
                  </a:cubicBezTo>
                  <a:cubicBezTo>
                    <a:pt x="1449" y="210"/>
                    <a:pt x="1442" y="212"/>
                    <a:pt x="1438" y="217"/>
                  </a:cubicBezTo>
                  <a:lnTo>
                    <a:pt x="1190" y="467"/>
                  </a:lnTo>
                  <a:moveTo>
                    <a:pt x="1190" y="467"/>
                  </a:moveTo>
                  <a:lnTo>
                    <a:pt x="1190" y="4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4398625" y="4295663"/>
              <a:ext cx="43229" cy="75510"/>
            </a:xfrm>
            <a:custGeom>
              <a:avLst/>
              <a:gdLst/>
              <a:ahLst/>
              <a:cxnLst/>
              <a:rect l="l" t="t" r="r" b="b"/>
              <a:pathLst>
                <a:path w="154" h="269" extrusionOk="0">
                  <a:moveTo>
                    <a:pt x="100" y="246"/>
                  </a:moveTo>
                  <a:lnTo>
                    <a:pt x="100" y="246"/>
                  </a:lnTo>
                  <a:cubicBezTo>
                    <a:pt x="100" y="241"/>
                    <a:pt x="100" y="241"/>
                    <a:pt x="100" y="241"/>
                  </a:cubicBezTo>
                  <a:cubicBezTo>
                    <a:pt x="131" y="236"/>
                    <a:pt x="154" y="209"/>
                    <a:pt x="154" y="177"/>
                  </a:cubicBezTo>
                  <a:cubicBezTo>
                    <a:pt x="154" y="142"/>
                    <a:pt x="125" y="113"/>
                    <a:pt x="90" y="113"/>
                  </a:cubicBezTo>
                  <a:cubicBezTo>
                    <a:pt x="64" y="113"/>
                    <a:pt x="64" y="113"/>
                    <a:pt x="64" y="113"/>
                  </a:cubicBezTo>
                  <a:cubicBezTo>
                    <a:pt x="55" y="113"/>
                    <a:pt x="47" y="104"/>
                    <a:pt x="47" y="95"/>
                  </a:cubicBezTo>
                  <a:cubicBezTo>
                    <a:pt x="47" y="85"/>
                    <a:pt x="55" y="77"/>
                    <a:pt x="64" y="77"/>
                  </a:cubicBezTo>
                  <a:cubicBezTo>
                    <a:pt x="90" y="77"/>
                    <a:pt x="90" y="77"/>
                    <a:pt x="90" y="77"/>
                  </a:cubicBezTo>
                  <a:cubicBezTo>
                    <a:pt x="96" y="77"/>
                    <a:pt x="101" y="80"/>
                    <a:pt x="104" y="85"/>
                  </a:cubicBezTo>
                  <a:cubicBezTo>
                    <a:pt x="111" y="95"/>
                    <a:pt x="126" y="98"/>
                    <a:pt x="137" y="91"/>
                  </a:cubicBezTo>
                  <a:cubicBezTo>
                    <a:pt x="147" y="84"/>
                    <a:pt x="151" y="69"/>
                    <a:pt x="143" y="58"/>
                  </a:cubicBezTo>
                  <a:cubicBezTo>
                    <a:pt x="133" y="44"/>
                    <a:pt x="118" y="34"/>
                    <a:pt x="100" y="31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0" y="10"/>
                    <a:pt x="90" y="0"/>
                    <a:pt x="78" y="0"/>
                  </a:cubicBezTo>
                  <a:cubicBezTo>
                    <a:pt x="64" y="0"/>
                    <a:pt x="54" y="10"/>
                    <a:pt x="54" y="23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23" y="37"/>
                    <a:pt x="0" y="62"/>
                    <a:pt x="0" y="95"/>
                  </a:cubicBezTo>
                  <a:cubicBezTo>
                    <a:pt x="0" y="130"/>
                    <a:pt x="29" y="159"/>
                    <a:pt x="64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100" y="159"/>
                    <a:pt x="107" y="167"/>
                    <a:pt x="107" y="177"/>
                  </a:cubicBezTo>
                  <a:cubicBezTo>
                    <a:pt x="107" y="188"/>
                    <a:pt x="100" y="196"/>
                    <a:pt x="90" y="196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57" y="196"/>
                    <a:pt x="51" y="192"/>
                    <a:pt x="48" y="185"/>
                  </a:cubicBezTo>
                  <a:cubicBezTo>
                    <a:pt x="43" y="173"/>
                    <a:pt x="29" y="167"/>
                    <a:pt x="18" y="172"/>
                  </a:cubicBezTo>
                  <a:cubicBezTo>
                    <a:pt x="6" y="177"/>
                    <a:pt x="0" y="191"/>
                    <a:pt x="6" y="203"/>
                  </a:cubicBezTo>
                  <a:cubicBezTo>
                    <a:pt x="14" y="224"/>
                    <a:pt x="32" y="238"/>
                    <a:pt x="54" y="241"/>
                  </a:cubicBezTo>
                  <a:cubicBezTo>
                    <a:pt x="54" y="246"/>
                    <a:pt x="54" y="246"/>
                    <a:pt x="54" y="246"/>
                  </a:cubicBezTo>
                  <a:cubicBezTo>
                    <a:pt x="54" y="259"/>
                    <a:pt x="64" y="269"/>
                    <a:pt x="78" y="269"/>
                  </a:cubicBezTo>
                  <a:cubicBezTo>
                    <a:pt x="90" y="269"/>
                    <a:pt x="100" y="259"/>
                    <a:pt x="100" y="246"/>
                  </a:cubicBezTo>
                  <a:moveTo>
                    <a:pt x="100" y="246"/>
                  </a:moveTo>
                  <a:lnTo>
                    <a:pt x="100" y="2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4332939" y="4245978"/>
              <a:ext cx="174600" cy="173758"/>
            </a:xfrm>
            <a:custGeom>
              <a:avLst/>
              <a:gdLst/>
              <a:ahLst/>
              <a:cxnLst/>
              <a:rect l="l" t="t" r="r" b="b"/>
              <a:pathLst>
                <a:path w="622" h="619" extrusionOk="0">
                  <a:moveTo>
                    <a:pt x="312" y="0"/>
                  </a:moveTo>
                  <a:lnTo>
                    <a:pt x="312" y="0"/>
                  </a:lnTo>
                  <a:cubicBezTo>
                    <a:pt x="140" y="0"/>
                    <a:pt x="0" y="140"/>
                    <a:pt x="0" y="311"/>
                  </a:cubicBezTo>
                  <a:cubicBezTo>
                    <a:pt x="0" y="462"/>
                    <a:pt x="107" y="591"/>
                    <a:pt x="254" y="619"/>
                  </a:cubicBezTo>
                  <a:cubicBezTo>
                    <a:pt x="267" y="621"/>
                    <a:pt x="279" y="613"/>
                    <a:pt x="282" y="600"/>
                  </a:cubicBezTo>
                  <a:cubicBezTo>
                    <a:pt x="284" y="587"/>
                    <a:pt x="276" y="576"/>
                    <a:pt x="263" y="572"/>
                  </a:cubicBezTo>
                  <a:cubicBezTo>
                    <a:pt x="138" y="550"/>
                    <a:pt x="46" y="440"/>
                    <a:pt x="46" y="311"/>
                  </a:cubicBezTo>
                  <a:cubicBezTo>
                    <a:pt x="46" y="165"/>
                    <a:pt x="166" y="46"/>
                    <a:pt x="312" y="46"/>
                  </a:cubicBezTo>
                  <a:cubicBezTo>
                    <a:pt x="457" y="46"/>
                    <a:pt x="576" y="165"/>
                    <a:pt x="576" y="311"/>
                  </a:cubicBezTo>
                  <a:cubicBezTo>
                    <a:pt x="576" y="441"/>
                    <a:pt x="484" y="551"/>
                    <a:pt x="358" y="573"/>
                  </a:cubicBezTo>
                  <a:cubicBezTo>
                    <a:pt x="344" y="576"/>
                    <a:pt x="336" y="588"/>
                    <a:pt x="338" y="600"/>
                  </a:cubicBezTo>
                  <a:cubicBezTo>
                    <a:pt x="340" y="611"/>
                    <a:pt x="351" y="619"/>
                    <a:pt x="361" y="619"/>
                  </a:cubicBezTo>
                  <a:cubicBezTo>
                    <a:pt x="363" y="619"/>
                    <a:pt x="364" y="619"/>
                    <a:pt x="365" y="619"/>
                  </a:cubicBezTo>
                  <a:cubicBezTo>
                    <a:pt x="514" y="592"/>
                    <a:pt x="622" y="463"/>
                    <a:pt x="622" y="311"/>
                  </a:cubicBezTo>
                  <a:cubicBezTo>
                    <a:pt x="622" y="140"/>
                    <a:pt x="482" y="0"/>
                    <a:pt x="312" y="0"/>
                  </a:cubicBezTo>
                  <a:moveTo>
                    <a:pt x="312" y="0"/>
                  </a:moveTo>
                  <a:lnTo>
                    <a:pt x="3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9"/>
            <p:cNvSpPr/>
            <p:nvPr/>
          </p:nvSpPr>
          <p:spPr>
            <a:xfrm>
              <a:off x="4369150" y="4292014"/>
              <a:ext cx="19088" cy="21614"/>
            </a:xfrm>
            <a:custGeom>
              <a:avLst/>
              <a:gdLst/>
              <a:ahLst/>
              <a:cxnLst/>
              <a:rect l="l" t="t" r="r" b="b"/>
              <a:pathLst>
                <a:path w="68" h="77" extrusionOk="0">
                  <a:moveTo>
                    <a:pt x="61" y="5"/>
                  </a:moveTo>
                  <a:lnTo>
                    <a:pt x="61" y="5"/>
                  </a:lnTo>
                  <a:cubicBezTo>
                    <a:pt x="52" y="-3"/>
                    <a:pt x="38" y="-2"/>
                    <a:pt x="28" y="7"/>
                  </a:cubicBezTo>
                  <a:cubicBezTo>
                    <a:pt x="19" y="18"/>
                    <a:pt x="11" y="30"/>
                    <a:pt x="3" y="42"/>
                  </a:cubicBezTo>
                  <a:cubicBezTo>
                    <a:pt x="-4" y="54"/>
                    <a:pt x="1" y="68"/>
                    <a:pt x="12" y="74"/>
                  </a:cubicBezTo>
                  <a:cubicBezTo>
                    <a:pt x="15" y="76"/>
                    <a:pt x="19" y="77"/>
                    <a:pt x="23" y="77"/>
                  </a:cubicBezTo>
                  <a:cubicBezTo>
                    <a:pt x="31" y="77"/>
                    <a:pt x="39" y="73"/>
                    <a:pt x="43" y="66"/>
                  </a:cubicBezTo>
                  <a:cubicBezTo>
                    <a:pt x="49" y="56"/>
                    <a:pt x="55" y="47"/>
                    <a:pt x="63" y="38"/>
                  </a:cubicBezTo>
                  <a:cubicBezTo>
                    <a:pt x="71" y="29"/>
                    <a:pt x="70" y="15"/>
                    <a:pt x="61" y="5"/>
                  </a:cubicBezTo>
                  <a:moveTo>
                    <a:pt x="61" y="5"/>
                  </a:moveTo>
                  <a:lnTo>
                    <a:pt x="61" y="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9"/>
            <p:cNvSpPr/>
            <p:nvPr/>
          </p:nvSpPr>
          <p:spPr>
            <a:xfrm>
              <a:off x="4452520" y="4292575"/>
              <a:ext cx="19369" cy="21614"/>
            </a:xfrm>
            <a:custGeom>
              <a:avLst/>
              <a:gdLst/>
              <a:ahLst/>
              <a:cxnLst/>
              <a:rect l="l" t="t" r="r" b="b"/>
              <a:pathLst>
                <a:path w="69" h="77" extrusionOk="0">
                  <a:moveTo>
                    <a:pt x="41" y="8"/>
                  </a:moveTo>
                  <a:lnTo>
                    <a:pt x="41" y="8"/>
                  </a:lnTo>
                  <a:cubicBezTo>
                    <a:pt x="33" y="-2"/>
                    <a:pt x="17" y="-3"/>
                    <a:pt x="8" y="5"/>
                  </a:cubicBezTo>
                  <a:cubicBezTo>
                    <a:pt x="-1" y="15"/>
                    <a:pt x="-2" y="29"/>
                    <a:pt x="6" y="38"/>
                  </a:cubicBezTo>
                  <a:cubicBezTo>
                    <a:pt x="13" y="47"/>
                    <a:pt x="20" y="56"/>
                    <a:pt x="25" y="66"/>
                  </a:cubicBezTo>
                  <a:cubicBezTo>
                    <a:pt x="30" y="73"/>
                    <a:pt x="38" y="77"/>
                    <a:pt x="46" y="77"/>
                  </a:cubicBezTo>
                  <a:cubicBezTo>
                    <a:pt x="50" y="77"/>
                    <a:pt x="53" y="76"/>
                    <a:pt x="57" y="75"/>
                  </a:cubicBezTo>
                  <a:cubicBezTo>
                    <a:pt x="69" y="68"/>
                    <a:pt x="72" y="55"/>
                    <a:pt x="65" y="43"/>
                  </a:cubicBezTo>
                  <a:cubicBezTo>
                    <a:pt x="58" y="31"/>
                    <a:pt x="50" y="19"/>
                    <a:pt x="41" y="8"/>
                  </a:cubicBezTo>
                  <a:moveTo>
                    <a:pt x="41" y="8"/>
                  </a:moveTo>
                  <a:lnTo>
                    <a:pt x="41" y="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9"/>
            <p:cNvSpPr/>
            <p:nvPr/>
          </p:nvSpPr>
          <p:spPr>
            <a:xfrm>
              <a:off x="4362133" y="4321208"/>
              <a:ext cx="13193" cy="23860"/>
            </a:xfrm>
            <a:custGeom>
              <a:avLst/>
              <a:gdLst/>
              <a:ahLst/>
              <a:cxnLst/>
              <a:rect l="l" t="t" r="r" b="b"/>
              <a:pathLst>
                <a:path w="47" h="85" extrusionOk="0">
                  <a:moveTo>
                    <a:pt x="27" y="0"/>
                  </a:moveTo>
                  <a:lnTo>
                    <a:pt x="27" y="0"/>
                  </a:lnTo>
                  <a:cubicBezTo>
                    <a:pt x="13" y="-1"/>
                    <a:pt x="2" y="8"/>
                    <a:pt x="1" y="21"/>
                  </a:cubicBezTo>
                  <a:cubicBezTo>
                    <a:pt x="0" y="28"/>
                    <a:pt x="0" y="36"/>
                    <a:pt x="0" y="43"/>
                  </a:cubicBezTo>
                  <a:cubicBezTo>
                    <a:pt x="0" y="50"/>
                    <a:pt x="0" y="58"/>
                    <a:pt x="1" y="64"/>
                  </a:cubicBezTo>
                  <a:cubicBezTo>
                    <a:pt x="2" y="76"/>
                    <a:pt x="12" y="85"/>
                    <a:pt x="24" y="85"/>
                  </a:cubicBezTo>
                  <a:cubicBezTo>
                    <a:pt x="25" y="85"/>
                    <a:pt x="26" y="85"/>
                    <a:pt x="26" y="84"/>
                  </a:cubicBezTo>
                  <a:cubicBezTo>
                    <a:pt x="39" y="83"/>
                    <a:pt x="48" y="72"/>
                    <a:pt x="47" y="60"/>
                  </a:cubicBezTo>
                  <a:cubicBezTo>
                    <a:pt x="46" y="55"/>
                    <a:pt x="46" y="48"/>
                    <a:pt x="46" y="43"/>
                  </a:cubicBezTo>
                  <a:cubicBezTo>
                    <a:pt x="46" y="37"/>
                    <a:pt x="46" y="32"/>
                    <a:pt x="47" y="26"/>
                  </a:cubicBezTo>
                  <a:cubicBezTo>
                    <a:pt x="48" y="13"/>
                    <a:pt x="39" y="1"/>
                    <a:pt x="27" y="0"/>
                  </a:cubicBezTo>
                  <a:moveTo>
                    <a:pt x="27" y="0"/>
                  </a:moveTo>
                  <a:lnTo>
                    <a:pt x="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9"/>
            <p:cNvSpPr/>
            <p:nvPr/>
          </p:nvSpPr>
          <p:spPr>
            <a:xfrm>
              <a:off x="4452240" y="4352927"/>
              <a:ext cx="19369" cy="21614"/>
            </a:xfrm>
            <a:custGeom>
              <a:avLst/>
              <a:gdLst/>
              <a:ahLst/>
              <a:cxnLst/>
              <a:rect l="l" t="t" r="r" b="b"/>
              <a:pathLst>
                <a:path w="69" h="77" extrusionOk="0">
                  <a:moveTo>
                    <a:pt x="8" y="72"/>
                  </a:moveTo>
                  <a:lnTo>
                    <a:pt x="8" y="72"/>
                  </a:lnTo>
                  <a:cubicBezTo>
                    <a:pt x="12" y="76"/>
                    <a:pt x="17" y="77"/>
                    <a:pt x="23" y="77"/>
                  </a:cubicBezTo>
                  <a:cubicBezTo>
                    <a:pt x="29" y="77"/>
                    <a:pt x="36" y="75"/>
                    <a:pt x="40" y="70"/>
                  </a:cubicBezTo>
                  <a:cubicBezTo>
                    <a:pt x="50" y="59"/>
                    <a:pt x="58" y="47"/>
                    <a:pt x="65" y="35"/>
                  </a:cubicBezTo>
                  <a:cubicBezTo>
                    <a:pt x="72" y="24"/>
                    <a:pt x="69" y="9"/>
                    <a:pt x="57" y="3"/>
                  </a:cubicBezTo>
                  <a:cubicBezTo>
                    <a:pt x="46" y="-3"/>
                    <a:pt x="32" y="0"/>
                    <a:pt x="25" y="12"/>
                  </a:cubicBezTo>
                  <a:cubicBezTo>
                    <a:pt x="20" y="22"/>
                    <a:pt x="13" y="31"/>
                    <a:pt x="6" y="39"/>
                  </a:cubicBezTo>
                  <a:cubicBezTo>
                    <a:pt x="-2" y="49"/>
                    <a:pt x="-2" y="63"/>
                    <a:pt x="8" y="72"/>
                  </a:cubicBezTo>
                  <a:moveTo>
                    <a:pt x="8" y="72"/>
                  </a:moveTo>
                  <a:lnTo>
                    <a:pt x="8" y="7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4368870" y="4352647"/>
              <a:ext cx="19088" cy="21614"/>
            </a:xfrm>
            <a:custGeom>
              <a:avLst/>
              <a:gdLst/>
              <a:ahLst/>
              <a:cxnLst/>
              <a:rect l="l" t="t" r="r" b="b"/>
              <a:pathLst>
                <a:path w="68" h="77" extrusionOk="0">
                  <a:moveTo>
                    <a:pt x="28" y="70"/>
                  </a:moveTo>
                  <a:lnTo>
                    <a:pt x="28" y="70"/>
                  </a:lnTo>
                  <a:cubicBezTo>
                    <a:pt x="32" y="75"/>
                    <a:pt x="40" y="77"/>
                    <a:pt x="46" y="77"/>
                  </a:cubicBezTo>
                  <a:cubicBezTo>
                    <a:pt x="51" y="77"/>
                    <a:pt x="56" y="76"/>
                    <a:pt x="61" y="72"/>
                  </a:cubicBezTo>
                  <a:cubicBezTo>
                    <a:pt x="70" y="64"/>
                    <a:pt x="71" y="48"/>
                    <a:pt x="63" y="39"/>
                  </a:cubicBezTo>
                  <a:cubicBezTo>
                    <a:pt x="55" y="31"/>
                    <a:pt x="49" y="22"/>
                    <a:pt x="43" y="11"/>
                  </a:cubicBezTo>
                  <a:cubicBezTo>
                    <a:pt x="37" y="0"/>
                    <a:pt x="23" y="-3"/>
                    <a:pt x="12" y="3"/>
                  </a:cubicBezTo>
                  <a:cubicBezTo>
                    <a:pt x="1" y="9"/>
                    <a:pt x="-4" y="24"/>
                    <a:pt x="3" y="35"/>
                  </a:cubicBezTo>
                  <a:cubicBezTo>
                    <a:pt x="10" y="47"/>
                    <a:pt x="19" y="59"/>
                    <a:pt x="28" y="70"/>
                  </a:cubicBezTo>
                  <a:moveTo>
                    <a:pt x="28" y="70"/>
                  </a:moveTo>
                  <a:lnTo>
                    <a:pt x="28" y="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9"/>
            <p:cNvSpPr/>
            <p:nvPr/>
          </p:nvSpPr>
          <p:spPr>
            <a:xfrm>
              <a:off x="4425011" y="4276575"/>
              <a:ext cx="23018" cy="16000"/>
            </a:xfrm>
            <a:custGeom>
              <a:avLst/>
              <a:gdLst/>
              <a:ahLst/>
              <a:cxnLst/>
              <a:rect l="l" t="t" r="r" b="b"/>
              <a:pathLst>
                <a:path w="82" h="57" extrusionOk="0">
                  <a:moveTo>
                    <a:pt x="50" y="55"/>
                  </a:moveTo>
                  <a:lnTo>
                    <a:pt x="50" y="55"/>
                  </a:lnTo>
                  <a:cubicBezTo>
                    <a:pt x="53" y="56"/>
                    <a:pt x="57" y="57"/>
                    <a:pt x="60" y="57"/>
                  </a:cubicBezTo>
                  <a:cubicBezTo>
                    <a:pt x="69" y="57"/>
                    <a:pt x="77" y="52"/>
                    <a:pt x="80" y="44"/>
                  </a:cubicBezTo>
                  <a:cubicBezTo>
                    <a:pt x="86" y="33"/>
                    <a:pt x="81" y="18"/>
                    <a:pt x="69" y="13"/>
                  </a:cubicBezTo>
                  <a:cubicBezTo>
                    <a:pt x="57" y="7"/>
                    <a:pt x="42" y="3"/>
                    <a:pt x="28" y="0"/>
                  </a:cubicBezTo>
                  <a:cubicBezTo>
                    <a:pt x="15" y="-3"/>
                    <a:pt x="3" y="5"/>
                    <a:pt x="0" y="17"/>
                  </a:cubicBezTo>
                  <a:cubicBezTo>
                    <a:pt x="-2" y="30"/>
                    <a:pt x="5" y="42"/>
                    <a:pt x="17" y="45"/>
                  </a:cubicBezTo>
                  <a:cubicBezTo>
                    <a:pt x="29" y="47"/>
                    <a:pt x="40" y="50"/>
                    <a:pt x="50" y="55"/>
                  </a:cubicBezTo>
                  <a:moveTo>
                    <a:pt x="50" y="55"/>
                  </a:moveTo>
                  <a:lnTo>
                    <a:pt x="50" y="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9"/>
            <p:cNvSpPr/>
            <p:nvPr/>
          </p:nvSpPr>
          <p:spPr>
            <a:xfrm>
              <a:off x="4392449" y="4374261"/>
              <a:ext cx="23299" cy="16562"/>
            </a:xfrm>
            <a:custGeom>
              <a:avLst/>
              <a:gdLst/>
              <a:ahLst/>
              <a:cxnLst/>
              <a:rect l="l" t="t" r="r" b="b"/>
              <a:pathLst>
                <a:path w="83" h="59" extrusionOk="0">
                  <a:moveTo>
                    <a:pt x="65" y="13"/>
                  </a:moveTo>
                  <a:lnTo>
                    <a:pt x="65" y="13"/>
                  </a:lnTo>
                  <a:cubicBezTo>
                    <a:pt x="54" y="11"/>
                    <a:pt x="43" y="6"/>
                    <a:pt x="33" y="2"/>
                  </a:cubicBezTo>
                  <a:cubicBezTo>
                    <a:pt x="21" y="-3"/>
                    <a:pt x="8" y="2"/>
                    <a:pt x="2" y="14"/>
                  </a:cubicBezTo>
                  <a:cubicBezTo>
                    <a:pt x="-3" y="25"/>
                    <a:pt x="2" y="39"/>
                    <a:pt x="14" y="44"/>
                  </a:cubicBezTo>
                  <a:cubicBezTo>
                    <a:pt x="27" y="51"/>
                    <a:pt x="41" y="55"/>
                    <a:pt x="55" y="58"/>
                  </a:cubicBezTo>
                  <a:cubicBezTo>
                    <a:pt x="56" y="59"/>
                    <a:pt x="58" y="59"/>
                    <a:pt x="60" y="59"/>
                  </a:cubicBezTo>
                  <a:cubicBezTo>
                    <a:pt x="71" y="59"/>
                    <a:pt x="80" y="52"/>
                    <a:pt x="83" y="40"/>
                  </a:cubicBezTo>
                  <a:cubicBezTo>
                    <a:pt x="85" y="28"/>
                    <a:pt x="78" y="16"/>
                    <a:pt x="65" y="13"/>
                  </a:cubicBezTo>
                  <a:moveTo>
                    <a:pt x="65" y="13"/>
                  </a:moveTo>
                  <a:lnTo>
                    <a:pt x="65" y="1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4393010" y="4276294"/>
              <a:ext cx="23299" cy="16000"/>
            </a:xfrm>
            <a:custGeom>
              <a:avLst/>
              <a:gdLst/>
              <a:ahLst/>
              <a:cxnLst/>
              <a:rect l="l" t="t" r="r" b="b"/>
              <a:pathLst>
                <a:path w="83" h="57" extrusionOk="0">
                  <a:moveTo>
                    <a:pt x="23" y="57"/>
                  </a:moveTo>
                  <a:lnTo>
                    <a:pt x="23" y="57"/>
                  </a:lnTo>
                  <a:cubicBezTo>
                    <a:pt x="27" y="57"/>
                    <a:pt x="30" y="56"/>
                    <a:pt x="33" y="55"/>
                  </a:cubicBezTo>
                  <a:cubicBezTo>
                    <a:pt x="43" y="51"/>
                    <a:pt x="53" y="47"/>
                    <a:pt x="65" y="45"/>
                  </a:cubicBezTo>
                  <a:cubicBezTo>
                    <a:pt x="77" y="43"/>
                    <a:pt x="85" y="31"/>
                    <a:pt x="83" y="18"/>
                  </a:cubicBezTo>
                  <a:cubicBezTo>
                    <a:pt x="80" y="5"/>
                    <a:pt x="68" y="-2"/>
                    <a:pt x="55" y="0"/>
                  </a:cubicBezTo>
                  <a:cubicBezTo>
                    <a:pt x="41" y="3"/>
                    <a:pt x="28" y="7"/>
                    <a:pt x="14" y="13"/>
                  </a:cubicBezTo>
                  <a:cubicBezTo>
                    <a:pt x="2" y="18"/>
                    <a:pt x="-3" y="32"/>
                    <a:pt x="2" y="43"/>
                  </a:cubicBezTo>
                  <a:cubicBezTo>
                    <a:pt x="6" y="52"/>
                    <a:pt x="14" y="57"/>
                    <a:pt x="23" y="57"/>
                  </a:cubicBezTo>
                  <a:moveTo>
                    <a:pt x="23" y="57"/>
                  </a:moveTo>
                  <a:lnTo>
                    <a:pt x="23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4465433" y="4321488"/>
              <a:ext cx="12913" cy="23860"/>
            </a:xfrm>
            <a:custGeom>
              <a:avLst/>
              <a:gdLst/>
              <a:ahLst/>
              <a:cxnLst/>
              <a:rect l="l" t="t" r="r" b="b"/>
              <a:pathLst>
                <a:path w="46" h="85" extrusionOk="0">
                  <a:moveTo>
                    <a:pt x="21" y="85"/>
                  </a:moveTo>
                  <a:lnTo>
                    <a:pt x="21" y="85"/>
                  </a:lnTo>
                  <a:cubicBezTo>
                    <a:pt x="21" y="85"/>
                    <a:pt x="22" y="85"/>
                    <a:pt x="23" y="85"/>
                  </a:cubicBezTo>
                  <a:cubicBezTo>
                    <a:pt x="34" y="85"/>
                    <a:pt x="44" y="76"/>
                    <a:pt x="45" y="65"/>
                  </a:cubicBezTo>
                  <a:cubicBezTo>
                    <a:pt x="46" y="58"/>
                    <a:pt x="46" y="50"/>
                    <a:pt x="46" y="43"/>
                  </a:cubicBezTo>
                  <a:cubicBezTo>
                    <a:pt x="46" y="36"/>
                    <a:pt x="46" y="28"/>
                    <a:pt x="45" y="21"/>
                  </a:cubicBezTo>
                  <a:cubicBezTo>
                    <a:pt x="44" y="8"/>
                    <a:pt x="33" y="-1"/>
                    <a:pt x="21" y="0"/>
                  </a:cubicBezTo>
                  <a:cubicBezTo>
                    <a:pt x="7" y="2"/>
                    <a:pt x="-2" y="13"/>
                    <a:pt x="0" y="26"/>
                  </a:cubicBezTo>
                  <a:cubicBezTo>
                    <a:pt x="0" y="32"/>
                    <a:pt x="0" y="37"/>
                    <a:pt x="0" y="43"/>
                  </a:cubicBezTo>
                  <a:cubicBezTo>
                    <a:pt x="0" y="48"/>
                    <a:pt x="0" y="55"/>
                    <a:pt x="0" y="60"/>
                  </a:cubicBezTo>
                  <a:cubicBezTo>
                    <a:pt x="-2" y="72"/>
                    <a:pt x="7" y="83"/>
                    <a:pt x="21" y="85"/>
                  </a:cubicBezTo>
                  <a:moveTo>
                    <a:pt x="21" y="85"/>
                  </a:moveTo>
                  <a:lnTo>
                    <a:pt x="21" y="8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4424450" y="4374261"/>
              <a:ext cx="23299" cy="16562"/>
            </a:xfrm>
            <a:custGeom>
              <a:avLst/>
              <a:gdLst/>
              <a:ahLst/>
              <a:cxnLst/>
              <a:rect l="l" t="t" r="r" b="b"/>
              <a:pathLst>
                <a:path w="83" h="59" extrusionOk="0">
                  <a:moveTo>
                    <a:pt x="28" y="58"/>
                  </a:moveTo>
                  <a:lnTo>
                    <a:pt x="28" y="58"/>
                  </a:lnTo>
                  <a:cubicBezTo>
                    <a:pt x="42" y="56"/>
                    <a:pt x="55" y="51"/>
                    <a:pt x="69" y="44"/>
                  </a:cubicBezTo>
                  <a:cubicBezTo>
                    <a:pt x="81" y="39"/>
                    <a:pt x="86" y="26"/>
                    <a:pt x="81" y="15"/>
                  </a:cubicBezTo>
                  <a:cubicBezTo>
                    <a:pt x="76" y="2"/>
                    <a:pt x="62" y="-3"/>
                    <a:pt x="50" y="2"/>
                  </a:cubicBezTo>
                  <a:cubicBezTo>
                    <a:pt x="40" y="7"/>
                    <a:pt x="30" y="11"/>
                    <a:pt x="18" y="13"/>
                  </a:cubicBezTo>
                  <a:cubicBezTo>
                    <a:pt x="6" y="16"/>
                    <a:pt x="-2" y="28"/>
                    <a:pt x="0" y="40"/>
                  </a:cubicBezTo>
                  <a:cubicBezTo>
                    <a:pt x="3" y="52"/>
                    <a:pt x="12" y="59"/>
                    <a:pt x="23" y="59"/>
                  </a:cubicBezTo>
                  <a:cubicBezTo>
                    <a:pt x="25" y="59"/>
                    <a:pt x="26" y="59"/>
                    <a:pt x="28" y="58"/>
                  </a:cubicBezTo>
                  <a:moveTo>
                    <a:pt x="28" y="58"/>
                  </a:moveTo>
                  <a:lnTo>
                    <a:pt x="28" y="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29"/>
          <p:cNvGrpSpPr/>
          <p:nvPr/>
        </p:nvGrpSpPr>
        <p:grpSpPr>
          <a:xfrm>
            <a:off x="2621969" y="1119391"/>
            <a:ext cx="404246" cy="407174"/>
            <a:chOff x="7202324" y="3383367"/>
            <a:chExt cx="465132" cy="468501"/>
          </a:xfrm>
        </p:grpSpPr>
        <p:sp>
          <p:nvSpPr>
            <p:cNvPr id="328" name="Google Shape;328;p29"/>
            <p:cNvSpPr/>
            <p:nvPr/>
          </p:nvSpPr>
          <p:spPr>
            <a:xfrm>
              <a:off x="7284010" y="3468701"/>
              <a:ext cx="383446" cy="383166"/>
            </a:xfrm>
            <a:custGeom>
              <a:avLst/>
              <a:gdLst/>
              <a:ahLst/>
              <a:cxnLst/>
              <a:rect l="l" t="t" r="r" b="b"/>
              <a:pathLst>
                <a:path w="1366" h="1365" extrusionOk="0">
                  <a:moveTo>
                    <a:pt x="1208" y="0"/>
                  </a:moveTo>
                  <a:lnTo>
                    <a:pt x="1208" y="0"/>
                  </a:lnTo>
                  <a:cubicBezTo>
                    <a:pt x="985" y="0"/>
                    <a:pt x="985" y="0"/>
                    <a:pt x="985" y="0"/>
                  </a:cubicBezTo>
                  <a:cubicBezTo>
                    <a:pt x="972" y="0"/>
                    <a:pt x="961" y="11"/>
                    <a:pt x="961" y="25"/>
                  </a:cubicBezTo>
                  <a:cubicBezTo>
                    <a:pt x="961" y="38"/>
                    <a:pt x="972" y="48"/>
                    <a:pt x="985" y="48"/>
                  </a:cubicBezTo>
                  <a:cubicBezTo>
                    <a:pt x="1208" y="48"/>
                    <a:pt x="1208" y="48"/>
                    <a:pt x="1208" y="48"/>
                  </a:cubicBezTo>
                  <a:cubicBezTo>
                    <a:pt x="1268" y="48"/>
                    <a:pt x="1317" y="97"/>
                    <a:pt x="1317" y="157"/>
                  </a:cubicBezTo>
                  <a:cubicBezTo>
                    <a:pt x="1317" y="658"/>
                    <a:pt x="1317" y="658"/>
                    <a:pt x="1317" y="658"/>
                  </a:cubicBezTo>
                  <a:cubicBezTo>
                    <a:pt x="1132" y="658"/>
                    <a:pt x="1132" y="658"/>
                    <a:pt x="1132" y="658"/>
                  </a:cubicBezTo>
                  <a:cubicBezTo>
                    <a:pt x="1124" y="658"/>
                    <a:pt x="1115" y="662"/>
                    <a:pt x="1111" y="670"/>
                  </a:cubicBezTo>
                  <a:cubicBezTo>
                    <a:pt x="1106" y="678"/>
                    <a:pt x="1106" y="687"/>
                    <a:pt x="1111" y="695"/>
                  </a:cubicBezTo>
                  <a:cubicBezTo>
                    <a:pt x="1120" y="711"/>
                    <a:pt x="1126" y="730"/>
                    <a:pt x="1126" y="749"/>
                  </a:cubicBezTo>
                  <a:cubicBezTo>
                    <a:pt x="1126" y="807"/>
                    <a:pt x="1078" y="855"/>
                    <a:pt x="1020" y="855"/>
                  </a:cubicBezTo>
                  <a:cubicBezTo>
                    <a:pt x="962" y="855"/>
                    <a:pt x="915" y="807"/>
                    <a:pt x="915" y="749"/>
                  </a:cubicBezTo>
                  <a:cubicBezTo>
                    <a:pt x="915" y="730"/>
                    <a:pt x="919" y="711"/>
                    <a:pt x="929" y="695"/>
                  </a:cubicBezTo>
                  <a:cubicBezTo>
                    <a:pt x="935" y="687"/>
                    <a:pt x="935" y="678"/>
                    <a:pt x="930" y="670"/>
                  </a:cubicBezTo>
                  <a:cubicBezTo>
                    <a:pt x="926" y="662"/>
                    <a:pt x="917" y="658"/>
                    <a:pt x="909" y="658"/>
                  </a:cubicBezTo>
                  <a:cubicBezTo>
                    <a:pt x="707" y="658"/>
                    <a:pt x="707" y="658"/>
                    <a:pt x="707" y="658"/>
                  </a:cubicBezTo>
                  <a:cubicBezTo>
                    <a:pt x="707" y="494"/>
                    <a:pt x="707" y="494"/>
                    <a:pt x="707" y="494"/>
                  </a:cubicBezTo>
                  <a:cubicBezTo>
                    <a:pt x="725" y="498"/>
                    <a:pt x="742" y="500"/>
                    <a:pt x="761" y="499"/>
                  </a:cubicBezTo>
                  <a:cubicBezTo>
                    <a:pt x="837" y="494"/>
                    <a:pt x="899" y="432"/>
                    <a:pt x="904" y="356"/>
                  </a:cubicBezTo>
                  <a:cubicBezTo>
                    <a:pt x="906" y="312"/>
                    <a:pt x="892" y="271"/>
                    <a:pt x="863" y="240"/>
                  </a:cubicBezTo>
                  <a:cubicBezTo>
                    <a:pt x="834" y="209"/>
                    <a:pt x="792" y="191"/>
                    <a:pt x="750" y="191"/>
                  </a:cubicBezTo>
                  <a:cubicBezTo>
                    <a:pt x="736" y="191"/>
                    <a:pt x="722" y="193"/>
                    <a:pt x="707" y="196"/>
                  </a:cubicBezTo>
                  <a:cubicBezTo>
                    <a:pt x="707" y="48"/>
                    <a:pt x="707" y="48"/>
                    <a:pt x="707" y="48"/>
                  </a:cubicBezTo>
                  <a:cubicBezTo>
                    <a:pt x="876" y="48"/>
                    <a:pt x="876" y="48"/>
                    <a:pt x="876" y="48"/>
                  </a:cubicBezTo>
                  <a:cubicBezTo>
                    <a:pt x="889" y="48"/>
                    <a:pt x="901" y="38"/>
                    <a:pt x="901" y="25"/>
                  </a:cubicBezTo>
                  <a:cubicBezTo>
                    <a:pt x="901" y="11"/>
                    <a:pt x="889" y="0"/>
                    <a:pt x="876" y="0"/>
                  </a:cubicBezTo>
                  <a:cubicBezTo>
                    <a:pt x="702" y="0"/>
                    <a:pt x="702" y="0"/>
                    <a:pt x="702" y="0"/>
                  </a:cubicBezTo>
                  <a:cubicBezTo>
                    <a:pt x="678" y="0"/>
                    <a:pt x="659" y="19"/>
                    <a:pt x="659" y="43"/>
                  </a:cubicBezTo>
                  <a:cubicBezTo>
                    <a:pt x="659" y="205"/>
                    <a:pt x="659" y="205"/>
                    <a:pt x="659" y="205"/>
                  </a:cubicBezTo>
                  <a:cubicBezTo>
                    <a:pt x="659" y="219"/>
                    <a:pt x="665" y="232"/>
                    <a:pt x="677" y="240"/>
                  </a:cubicBezTo>
                  <a:cubicBezTo>
                    <a:pt x="688" y="247"/>
                    <a:pt x="702" y="249"/>
                    <a:pt x="715" y="245"/>
                  </a:cubicBezTo>
                  <a:cubicBezTo>
                    <a:pt x="727" y="242"/>
                    <a:pt x="738" y="240"/>
                    <a:pt x="750" y="240"/>
                  </a:cubicBezTo>
                  <a:cubicBezTo>
                    <a:pt x="779" y="240"/>
                    <a:pt x="806" y="252"/>
                    <a:pt x="827" y="273"/>
                  </a:cubicBezTo>
                  <a:cubicBezTo>
                    <a:pt x="847" y="295"/>
                    <a:pt x="857" y="323"/>
                    <a:pt x="855" y="353"/>
                  </a:cubicBezTo>
                  <a:cubicBezTo>
                    <a:pt x="851" y="405"/>
                    <a:pt x="810" y="447"/>
                    <a:pt x="758" y="450"/>
                  </a:cubicBezTo>
                  <a:cubicBezTo>
                    <a:pt x="743" y="452"/>
                    <a:pt x="729" y="449"/>
                    <a:pt x="716" y="445"/>
                  </a:cubicBezTo>
                  <a:cubicBezTo>
                    <a:pt x="702" y="441"/>
                    <a:pt x="688" y="443"/>
                    <a:pt x="677" y="450"/>
                  </a:cubicBezTo>
                  <a:cubicBezTo>
                    <a:pt x="665" y="459"/>
                    <a:pt x="659" y="472"/>
                    <a:pt x="659" y="486"/>
                  </a:cubicBezTo>
                  <a:cubicBezTo>
                    <a:pt x="659" y="658"/>
                    <a:pt x="659" y="658"/>
                    <a:pt x="659" y="658"/>
                  </a:cubicBezTo>
                  <a:cubicBezTo>
                    <a:pt x="495" y="658"/>
                    <a:pt x="495" y="658"/>
                    <a:pt x="495" y="658"/>
                  </a:cubicBezTo>
                  <a:cubicBezTo>
                    <a:pt x="499" y="644"/>
                    <a:pt x="500" y="630"/>
                    <a:pt x="500" y="616"/>
                  </a:cubicBezTo>
                  <a:cubicBezTo>
                    <a:pt x="500" y="531"/>
                    <a:pt x="432" y="461"/>
                    <a:pt x="346" y="461"/>
                  </a:cubicBezTo>
                  <a:cubicBezTo>
                    <a:pt x="261" y="461"/>
                    <a:pt x="191" y="531"/>
                    <a:pt x="191" y="616"/>
                  </a:cubicBezTo>
                  <a:cubicBezTo>
                    <a:pt x="191" y="630"/>
                    <a:pt x="194" y="644"/>
                    <a:pt x="198" y="658"/>
                  </a:cubicBezTo>
                  <a:cubicBezTo>
                    <a:pt x="44" y="658"/>
                    <a:pt x="44" y="658"/>
                    <a:pt x="44" y="658"/>
                  </a:cubicBezTo>
                  <a:cubicBezTo>
                    <a:pt x="20" y="658"/>
                    <a:pt x="0" y="678"/>
                    <a:pt x="0" y="700"/>
                  </a:cubicBezTo>
                  <a:cubicBezTo>
                    <a:pt x="0" y="912"/>
                    <a:pt x="0" y="912"/>
                    <a:pt x="0" y="912"/>
                  </a:cubicBezTo>
                  <a:cubicBezTo>
                    <a:pt x="0" y="926"/>
                    <a:pt x="11" y="937"/>
                    <a:pt x="25" y="937"/>
                  </a:cubicBezTo>
                  <a:cubicBezTo>
                    <a:pt x="38" y="937"/>
                    <a:pt x="49" y="926"/>
                    <a:pt x="49" y="912"/>
                  </a:cubicBezTo>
                  <a:cubicBezTo>
                    <a:pt x="49" y="707"/>
                    <a:pt x="49" y="707"/>
                    <a:pt x="49" y="707"/>
                  </a:cubicBezTo>
                  <a:cubicBezTo>
                    <a:pt x="235" y="707"/>
                    <a:pt x="235" y="707"/>
                    <a:pt x="235" y="707"/>
                  </a:cubicBezTo>
                  <a:cubicBezTo>
                    <a:pt x="244" y="707"/>
                    <a:pt x="251" y="703"/>
                    <a:pt x="256" y="695"/>
                  </a:cubicBezTo>
                  <a:cubicBezTo>
                    <a:pt x="260" y="687"/>
                    <a:pt x="260" y="678"/>
                    <a:pt x="256" y="670"/>
                  </a:cubicBezTo>
                  <a:cubicBezTo>
                    <a:pt x="246" y="654"/>
                    <a:pt x="240" y="635"/>
                    <a:pt x="240" y="616"/>
                  </a:cubicBezTo>
                  <a:cubicBezTo>
                    <a:pt x="240" y="558"/>
                    <a:pt x="288" y="510"/>
                    <a:pt x="346" y="510"/>
                  </a:cubicBezTo>
                  <a:cubicBezTo>
                    <a:pt x="404" y="510"/>
                    <a:pt x="451" y="558"/>
                    <a:pt x="451" y="616"/>
                  </a:cubicBezTo>
                  <a:cubicBezTo>
                    <a:pt x="451" y="635"/>
                    <a:pt x="447" y="654"/>
                    <a:pt x="437" y="670"/>
                  </a:cubicBezTo>
                  <a:cubicBezTo>
                    <a:pt x="433" y="678"/>
                    <a:pt x="433" y="687"/>
                    <a:pt x="437" y="695"/>
                  </a:cubicBezTo>
                  <a:cubicBezTo>
                    <a:pt x="441" y="703"/>
                    <a:pt x="449" y="707"/>
                    <a:pt x="458" y="707"/>
                  </a:cubicBezTo>
                  <a:cubicBezTo>
                    <a:pt x="659" y="707"/>
                    <a:pt x="659" y="707"/>
                    <a:pt x="659" y="707"/>
                  </a:cubicBezTo>
                  <a:cubicBezTo>
                    <a:pt x="659" y="871"/>
                    <a:pt x="659" y="871"/>
                    <a:pt x="659" y="871"/>
                  </a:cubicBezTo>
                  <a:cubicBezTo>
                    <a:pt x="646" y="867"/>
                    <a:pt x="631" y="865"/>
                    <a:pt x="616" y="865"/>
                  </a:cubicBezTo>
                  <a:cubicBezTo>
                    <a:pt x="532" y="865"/>
                    <a:pt x="462" y="934"/>
                    <a:pt x="462" y="1020"/>
                  </a:cubicBezTo>
                  <a:cubicBezTo>
                    <a:pt x="462" y="1105"/>
                    <a:pt x="532" y="1174"/>
                    <a:pt x="616" y="1174"/>
                  </a:cubicBezTo>
                  <a:cubicBezTo>
                    <a:pt x="631" y="1174"/>
                    <a:pt x="646" y="1172"/>
                    <a:pt x="659" y="1169"/>
                  </a:cubicBezTo>
                  <a:cubicBezTo>
                    <a:pt x="659" y="1316"/>
                    <a:pt x="659" y="1316"/>
                    <a:pt x="659" y="1316"/>
                  </a:cubicBezTo>
                  <a:cubicBezTo>
                    <a:pt x="158" y="1316"/>
                    <a:pt x="158" y="1316"/>
                    <a:pt x="158" y="1316"/>
                  </a:cubicBezTo>
                  <a:cubicBezTo>
                    <a:pt x="98" y="1316"/>
                    <a:pt x="49" y="1268"/>
                    <a:pt x="49" y="1208"/>
                  </a:cubicBezTo>
                  <a:cubicBezTo>
                    <a:pt x="49" y="1021"/>
                    <a:pt x="49" y="1021"/>
                    <a:pt x="49" y="1021"/>
                  </a:cubicBezTo>
                  <a:cubicBezTo>
                    <a:pt x="49" y="1008"/>
                    <a:pt x="38" y="997"/>
                    <a:pt x="25" y="997"/>
                  </a:cubicBezTo>
                  <a:cubicBezTo>
                    <a:pt x="11" y="997"/>
                    <a:pt x="0" y="1008"/>
                    <a:pt x="0" y="1021"/>
                  </a:cubicBezTo>
                  <a:cubicBezTo>
                    <a:pt x="0" y="1208"/>
                    <a:pt x="0" y="1208"/>
                    <a:pt x="0" y="1208"/>
                  </a:cubicBezTo>
                  <a:cubicBezTo>
                    <a:pt x="0" y="1295"/>
                    <a:pt x="71" y="1365"/>
                    <a:pt x="158" y="1365"/>
                  </a:cubicBezTo>
                  <a:cubicBezTo>
                    <a:pt x="1208" y="1365"/>
                    <a:pt x="1208" y="1365"/>
                    <a:pt x="1208" y="1365"/>
                  </a:cubicBezTo>
                  <a:cubicBezTo>
                    <a:pt x="1295" y="1365"/>
                    <a:pt x="1366" y="1295"/>
                    <a:pt x="1366" y="1208"/>
                  </a:cubicBezTo>
                  <a:cubicBezTo>
                    <a:pt x="1366" y="157"/>
                    <a:pt x="1366" y="157"/>
                    <a:pt x="1366" y="157"/>
                  </a:cubicBezTo>
                  <a:cubicBezTo>
                    <a:pt x="1366" y="70"/>
                    <a:pt x="1295" y="0"/>
                    <a:pt x="1208" y="0"/>
                  </a:cubicBezTo>
                  <a:moveTo>
                    <a:pt x="1208" y="1316"/>
                  </a:moveTo>
                  <a:lnTo>
                    <a:pt x="1208" y="1316"/>
                  </a:lnTo>
                  <a:cubicBezTo>
                    <a:pt x="707" y="1316"/>
                    <a:pt x="707" y="1316"/>
                    <a:pt x="707" y="1316"/>
                  </a:cubicBezTo>
                  <a:cubicBezTo>
                    <a:pt x="707" y="1132"/>
                    <a:pt x="707" y="1132"/>
                    <a:pt x="707" y="1132"/>
                  </a:cubicBezTo>
                  <a:cubicBezTo>
                    <a:pt x="707" y="1122"/>
                    <a:pt x="703" y="1114"/>
                    <a:pt x="696" y="1110"/>
                  </a:cubicBezTo>
                  <a:cubicBezTo>
                    <a:pt x="688" y="1106"/>
                    <a:pt x="678" y="1106"/>
                    <a:pt x="671" y="1110"/>
                  </a:cubicBezTo>
                  <a:cubicBezTo>
                    <a:pt x="654" y="1120"/>
                    <a:pt x="636" y="1125"/>
                    <a:pt x="616" y="1125"/>
                  </a:cubicBezTo>
                  <a:cubicBezTo>
                    <a:pt x="559" y="1125"/>
                    <a:pt x="511" y="1077"/>
                    <a:pt x="511" y="1020"/>
                  </a:cubicBezTo>
                  <a:cubicBezTo>
                    <a:pt x="511" y="961"/>
                    <a:pt x="559" y="914"/>
                    <a:pt x="616" y="914"/>
                  </a:cubicBezTo>
                  <a:cubicBezTo>
                    <a:pt x="636" y="914"/>
                    <a:pt x="654" y="919"/>
                    <a:pt x="671" y="929"/>
                  </a:cubicBezTo>
                  <a:cubicBezTo>
                    <a:pt x="678" y="933"/>
                    <a:pt x="688" y="934"/>
                    <a:pt x="696" y="930"/>
                  </a:cubicBezTo>
                  <a:cubicBezTo>
                    <a:pt x="703" y="925"/>
                    <a:pt x="707" y="917"/>
                    <a:pt x="707" y="908"/>
                  </a:cubicBezTo>
                  <a:cubicBezTo>
                    <a:pt x="707" y="707"/>
                    <a:pt x="707" y="707"/>
                    <a:pt x="707" y="707"/>
                  </a:cubicBezTo>
                  <a:cubicBezTo>
                    <a:pt x="872" y="707"/>
                    <a:pt x="872" y="707"/>
                    <a:pt x="872" y="707"/>
                  </a:cubicBezTo>
                  <a:cubicBezTo>
                    <a:pt x="868" y="721"/>
                    <a:pt x="866" y="735"/>
                    <a:pt x="866" y="749"/>
                  </a:cubicBezTo>
                  <a:cubicBezTo>
                    <a:pt x="866" y="834"/>
                    <a:pt x="936" y="904"/>
                    <a:pt x="1020" y="904"/>
                  </a:cubicBezTo>
                  <a:cubicBezTo>
                    <a:pt x="1105" y="904"/>
                    <a:pt x="1175" y="834"/>
                    <a:pt x="1175" y="749"/>
                  </a:cubicBezTo>
                  <a:cubicBezTo>
                    <a:pt x="1175" y="735"/>
                    <a:pt x="1173" y="721"/>
                    <a:pt x="1169" y="707"/>
                  </a:cubicBezTo>
                  <a:cubicBezTo>
                    <a:pt x="1317" y="707"/>
                    <a:pt x="1317" y="707"/>
                    <a:pt x="1317" y="707"/>
                  </a:cubicBezTo>
                  <a:cubicBezTo>
                    <a:pt x="1317" y="1208"/>
                    <a:pt x="1317" y="1208"/>
                    <a:pt x="1317" y="1208"/>
                  </a:cubicBezTo>
                  <a:cubicBezTo>
                    <a:pt x="1317" y="1268"/>
                    <a:pt x="1268" y="1316"/>
                    <a:pt x="1208" y="1316"/>
                  </a:cubicBezTo>
                  <a:moveTo>
                    <a:pt x="1208" y="1316"/>
                  </a:moveTo>
                  <a:lnTo>
                    <a:pt x="1208" y="13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7202324" y="3383367"/>
              <a:ext cx="260497" cy="256005"/>
            </a:xfrm>
            <a:custGeom>
              <a:avLst/>
              <a:gdLst/>
              <a:ahLst/>
              <a:cxnLst/>
              <a:rect l="l" t="t" r="r" b="b"/>
              <a:pathLst>
                <a:path w="928" h="912" extrusionOk="0">
                  <a:moveTo>
                    <a:pt x="457" y="808"/>
                  </a:moveTo>
                  <a:lnTo>
                    <a:pt x="457" y="808"/>
                  </a:lnTo>
                  <a:cubicBezTo>
                    <a:pt x="460" y="795"/>
                    <a:pt x="455" y="781"/>
                    <a:pt x="445" y="771"/>
                  </a:cubicBezTo>
                  <a:cubicBezTo>
                    <a:pt x="438" y="762"/>
                    <a:pt x="431" y="752"/>
                    <a:pt x="426" y="741"/>
                  </a:cubicBezTo>
                  <a:cubicBezTo>
                    <a:pt x="414" y="715"/>
                    <a:pt x="413" y="686"/>
                    <a:pt x="424" y="659"/>
                  </a:cubicBezTo>
                  <a:cubicBezTo>
                    <a:pt x="434" y="632"/>
                    <a:pt x="454" y="611"/>
                    <a:pt x="481" y="600"/>
                  </a:cubicBezTo>
                  <a:cubicBezTo>
                    <a:pt x="532" y="579"/>
                    <a:pt x="591" y="600"/>
                    <a:pt x="616" y="649"/>
                  </a:cubicBezTo>
                  <a:cubicBezTo>
                    <a:pt x="622" y="661"/>
                    <a:pt x="626" y="673"/>
                    <a:pt x="627" y="686"/>
                  </a:cubicBezTo>
                  <a:cubicBezTo>
                    <a:pt x="628" y="700"/>
                    <a:pt x="637" y="712"/>
                    <a:pt x="649" y="719"/>
                  </a:cubicBezTo>
                  <a:cubicBezTo>
                    <a:pt x="661" y="725"/>
                    <a:pt x="675" y="726"/>
                    <a:pt x="688" y="720"/>
                  </a:cubicBezTo>
                  <a:cubicBezTo>
                    <a:pt x="849" y="645"/>
                    <a:pt x="849" y="645"/>
                    <a:pt x="849" y="645"/>
                  </a:cubicBezTo>
                  <a:cubicBezTo>
                    <a:pt x="870" y="635"/>
                    <a:pt x="880" y="609"/>
                    <a:pt x="870" y="588"/>
                  </a:cubicBezTo>
                  <a:cubicBezTo>
                    <a:pt x="797" y="434"/>
                    <a:pt x="797" y="434"/>
                    <a:pt x="797" y="434"/>
                  </a:cubicBezTo>
                  <a:cubicBezTo>
                    <a:pt x="814" y="432"/>
                    <a:pt x="829" y="426"/>
                    <a:pt x="843" y="419"/>
                  </a:cubicBezTo>
                  <a:cubicBezTo>
                    <a:pt x="915" y="383"/>
                    <a:pt x="947" y="296"/>
                    <a:pt x="916" y="221"/>
                  </a:cubicBezTo>
                  <a:cubicBezTo>
                    <a:pt x="899" y="182"/>
                    <a:pt x="868" y="153"/>
                    <a:pt x="829" y="137"/>
                  </a:cubicBezTo>
                  <a:cubicBezTo>
                    <a:pt x="789" y="122"/>
                    <a:pt x="746" y="123"/>
                    <a:pt x="708" y="142"/>
                  </a:cubicBezTo>
                  <a:cubicBezTo>
                    <a:pt x="695" y="147"/>
                    <a:pt x="683" y="156"/>
                    <a:pt x="673" y="165"/>
                  </a:cubicBezTo>
                  <a:cubicBezTo>
                    <a:pt x="607" y="25"/>
                    <a:pt x="607" y="25"/>
                    <a:pt x="607" y="25"/>
                  </a:cubicBezTo>
                  <a:cubicBezTo>
                    <a:pt x="598" y="4"/>
                    <a:pt x="572" y="-6"/>
                    <a:pt x="550" y="4"/>
                  </a:cubicBezTo>
                  <a:cubicBezTo>
                    <a:pt x="452" y="50"/>
                    <a:pt x="452" y="50"/>
                    <a:pt x="452" y="50"/>
                  </a:cubicBezTo>
                  <a:cubicBezTo>
                    <a:pt x="415" y="19"/>
                    <a:pt x="368" y="0"/>
                    <a:pt x="316" y="0"/>
                  </a:cubicBezTo>
                  <a:cubicBezTo>
                    <a:pt x="200" y="0"/>
                    <a:pt x="104" y="95"/>
                    <a:pt x="104" y="211"/>
                  </a:cubicBezTo>
                  <a:lnTo>
                    <a:pt x="104" y="212"/>
                  </a:lnTo>
                  <a:cubicBezTo>
                    <a:pt x="91" y="219"/>
                    <a:pt x="91" y="219"/>
                    <a:pt x="91" y="219"/>
                  </a:cubicBezTo>
                  <a:cubicBezTo>
                    <a:pt x="12" y="255"/>
                    <a:pt x="-22" y="349"/>
                    <a:pt x="15" y="427"/>
                  </a:cubicBezTo>
                  <a:cubicBezTo>
                    <a:pt x="229" y="887"/>
                    <a:pt x="229" y="887"/>
                    <a:pt x="229" y="887"/>
                  </a:cubicBezTo>
                  <a:cubicBezTo>
                    <a:pt x="237" y="902"/>
                    <a:pt x="252" y="912"/>
                    <a:pt x="268" y="912"/>
                  </a:cubicBezTo>
                  <a:cubicBezTo>
                    <a:pt x="274" y="912"/>
                    <a:pt x="280" y="910"/>
                    <a:pt x="286" y="908"/>
                  </a:cubicBezTo>
                  <a:cubicBezTo>
                    <a:pt x="434" y="839"/>
                    <a:pt x="434" y="839"/>
                    <a:pt x="434" y="839"/>
                  </a:cubicBezTo>
                  <a:cubicBezTo>
                    <a:pt x="445" y="833"/>
                    <a:pt x="454" y="822"/>
                    <a:pt x="457" y="808"/>
                  </a:cubicBezTo>
                  <a:moveTo>
                    <a:pt x="378" y="642"/>
                  </a:moveTo>
                  <a:lnTo>
                    <a:pt x="378" y="642"/>
                  </a:lnTo>
                  <a:cubicBezTo>
                    <a:pt x="363" y="681"/>
                    <a:pt x="364" y="724"/>
                    <a:pt x="382" y="762"/>
                  </a:cubicBezTo>
                  <a:cubicBezTo>
                    <a:pt x="388" y="775"/>
                    <a:pt x="395" y="787"/>
                    <a:pt x="405" y="798"/>
                  </a:cubicBezTo>
                  <a:cubicBezTo>
                    <a:pt x="271" y="861"/>
                    <a:pt x="271" y="861"/>
                    <a:pt x="271" y="861"/>
                  </a:cubicBezTo>
                  <a:cubicBezTo>
                    <a:pt x="59" y="407"/>
                    <a:pt x="59" y="407"/>
                    <a:pt x="59" y="407"/>
                  </a:cubicBezTo>
                  <a:cubicBezTo>
                    <a:pt x="34" y="352"/>
                    <a:pt x="58" y="288"/>
                    <a:pt x="111" y="263"/>
                  </a:cubicBezTo>
                  <a:cubicBezTo>
                    <a:pt x="135" y="355"/>
                    <a:pt x="217" y="423"/>
                    <a:pt x="316" y="423"/>
                  </a:cubicBezTo>
                  <a:cubicBezTo>
                    <a:pt x="352" y="423"/>
                    <a:pt x="389" y="413"/>
                    <a:pt x="421" y="395"/>
                  </a:cubicBezTo>
                  <a:cubicBezTo>
                    <a:pt x="432" y="388"/>
                    <a:pt x="436" y="373"/>
                    <a:pt x="429" y="362"/>
                  </a:cubicBezTo>
                  <a:cubicBezTo>
                    <a:pt x="423" y="350"/>
                    <a:pt x="407" y="346"/>
                    <a:pt x="397" y="352"/>
                  </a:cubicBezTo>
                  <a:cubicBezTo>
                    <a:pt x="372" y="367"/>
                    <a:pt x="344" y="374"/>
                    <a:pt x="316" y="374"/>
                  </a:cubicBezTo>
                  <a:cubicBezTo>
                    <a:pt x="226" y="374"/>
                    <a:pt x="153" y="301"/>
                    <a:pt x="153" y="211"/>
                  </a:cubicBezTo>
                  <a:cubicBezTo>
                    <a:pt x="153" y="122"/>
                    <a:pt x="226" y="49"/>
                    <a:pt x="316" y="49"/>
                  </a:cubicBezTo>
                  <a:cubicBezTo>
                    <a:pt x="405" y="49"/>
                    <a:pt x="478" y="122"/>
                    <a:pt x="478" y="211"/>
                  </a:cubicBezTo>
                  <a:cubicBezTo>
                    <a:pt x="478" y="237"/>
                    <a:pt x="473" y="261"/>
                    <a:pt x="461" y="284"/>
                  </a:cubicBezTo>
                  <a:cubicBezTo>
                    <a:pt x="455" y="296"/>
                    <a:pt x="460" y="311"/>
                    <a:pt x="472" y="317"/>
                  </a:cubicBezTo>
                  <a:cubicBezTo>
                    <a:pt x="485" y="323"/>
                    <a:pt x="499" y="318"/>
                    <a:pt x="505" y="306"/>
                  </a:cubicBezTo>
                  <a:cubicBezTo>
                    <a:pt x="519" y="276"/>
                    <a:pt x="527" y="245"/>
                    <a:pt x="527" y="211"/>
                  </a:cubicBezTo>
                  <a:cubicBezTo>
                    <a:pt x="527" y="166"/>
                    <a:pt x="513" y="122"/>
                    <a:pt x="487" y="87"/>
                  </a:cubicBezTo>
                  <a:cubicBezTo>
                    <a:pt x="566" y="52"/>
                    <a:pt x="566" y="52"/>
                    <a:pt x="566" y="52"/>
                  </a:cubicBezTo>
                  <a:cubicBezTo>
                    <a:pt x="643" y="219"/>
                    <a:pt x="643" y="219"/>
                    <a:pt x="643" y="219"/>
                  </a:cubicBezTo>
                  <a:cubicBezTo>
                    <a:pt x="648" y="226"/>
                    <a:pt x="655" y="232"/>
                    <a:pt x="664" y="233"/>
                  </a:cubicBezTo>
                  <a:cubicBezTo>
                    <a:pt x="673" y="233"/>
                    <a:pt x="681" y="230"/>
                    <a:pt x="686" y="222"/>
                  </a:cubicBezTo>
                  <a:cubicBezTo>
                    <a:pt x="697" y="207"/>
                    <a:pt x="712" y="194"/>
                    <a:pt x="729" y="186"/>
                  </a:cubicBezTo>
                  <a:cubicBezTo>
                    <a:pt x="755" y="173"/>
                    <a:pt x="784" y="172"/>
                    <a:pt x="812" y="183"/>
                  </a:cubicBezTo>
                  <a:cubicBezTo>
                    <a:pt x="838" y="194"/>
                    <a:pt x="859" y="213"/>
                    <a:pt x="870" y="241"/>
                  </a:cubicBezTo>
                  <a:cubicBezTo>
                    <a:pt x="892" y="292"/>
                    <a:pt x="870" y="350"/>
                    <a:pt x="821" y="375"/>
                  </a:cubicBezTo>
                  <a:cubicBezTo>
                    <a:pt x="803" y="385"/>
                    <a:pt x="782" y="388"/>
                    <a:pt x="763" y="386"/>
                  </a:cubicBezTo>
                  <a:cubicBezTo>
                    <a:pt x="754" y="385"/>
                    <a:pt x="745" y="389"/>
                    <a:pt x="740" y="397"/>
                  </a:cubicBezTo>
                  <a:cubicBezTo>
                    <a:pt x="736" y="404"/>
                    <a:pt x="734" y="413"/>
                    <a:pt x="738" y="421"/>
                  </a:cubicBezTo>
                  <a:cubicBezTo>
                    <a:pt x="824" y="603"/>
                    <a:pt x="824" y="603"/>
                    <a:pt x="824" y="603"/>
                  </a:cubicBezTo>
                  <a:cubicBezTo>
                    <a:pt x="675" y="673"/>
                    <a:pt x="675" y="673"/>
                    <a:pt x="675" y="673"/>
                  </a:cubicBezTo>
                  <a:cubicBezTo>
                    <a:pt x="671" y="657"/>
                    <a:pt x="667" y="642"/>
                    <a:pt x="659" y="627"/>
                  </a:cubicBezTo>
                  <a:cubicBezTo>
                    <a:pt x="624" y="556"/>
                    <a:pt x="537" y="524"/>
                    <a:pt x="463" y="555"/>
                  </a:cubicBezTo>
                  <a:cubicBezTo>
                    <a:pt x="424" y="571"/>
                    <a:pt x="393" y="602"/>
                    <a:pt x="378" y="642"/>
                  </a:cubicBezTo>
                  <a:moveTo>
                    <a:pt x="378" y="642"/>
                  </a:moveTo>
                  <a:lnTo>
                    <a:pt x="378" y="6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7269694" y="3405823"/>
              <a:ext cx="42668" cy="73826"/>
            </a:xfrm>
            <a:custGeom>
              <a:avLst/>
              <a:gdLst/>
              <a:ahLst/>
              <a:cxnLst/>
              <a:rect l="l" t="t" r="r" b="b"/>
              <a:pathLst>
                <a:path w="152" h="263" extrusionOk="0">
                  <a:moveTo>
                    <a:pt x="88" y="108"/>
                  </a:moveTo>
                  <a:lnTo>
                    <a:pt x="88" y="108"/>
                  </a:lnTo>
                  <a:cubicBezTo>
                    <a:pt x="64" y="108"/>
                    <a:pt x="64" y="108"/>
                    <a:pt x="64" y="108"/>
                  </a:cubicBezTo>
                  <a:cubicBezTo>
                    <a:pt x="56" y="108"/>
                    <a:pt x="49" y="102"/>
                    <a:pt x="49" y="93"/>
                  </a:cubicBezTo>
                  <a:cubicBezTo>
                    <a:pt x="49" y="85"/>
                    <a:pt x="56" y="78"/>
                    <a:pt x="64" y="78"/>
                  </a:cubicBezTo>
                  <a:cubicBezTo>
                    <a:pt x="88" y="78"/>
                    <a:pt x="88" y="78"/>
                    <a:pt x="88" y="78"/>
                  </a:cubicBezTo>
                  <a:cubicBezTo>
                    <a:pt x="94" y="78"/>
                    <a:pt x="98" y="80"/>
                    <a:pt x="101" y="85"/>
                  </a:cubicBezTo>
                  <a:cubicBezTo>
                    <a:pt x="109" y="95"/>
                    <a:pt x="124" y="99"/>
                    <a:pt x="135" y="91"/>
                  </a:cubicBezTo>
                  <a:cubicBezTo>
                    <a:pt x="146" y="83"/>
                    <a:pt x="149" y="68"/>
                    <a:pt x="141" y="57"/>
                  </a:cubicBezTo>
                  <a:cubicBezTo>
                    <a:pt x="132" y="43"/>
                    <a:pt x="118" y="33"/>
                    <a:pt x="100" y="30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11"/>
                    <a:pt x="89" y="0"/>
                    <a:pt x="76" y="0"/>
                  </a:cubicBezTo>
                  <a:cubicBezTo>
                    <a:pt x="62" y="0"/>
                    <a:pt x="51" y="11"/>
                    <a:pt x="51" y="24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22" y="36"/>
                    <a:pt x="0" y="62"/>
                    <a:pt x="0" y="93"/>
                  </a:cubicBezTo>
                  <a:cubicBezTo>
                    <a:pt x="0" y="129"/>
                    <a:pt x="28" y="157"/>
                    <a:pt x="64" y="157"/>
                  </a:cubicBezTo>
                  <a:cubicBezTo>
                    <a:pt x="88" y="157"/>
                    <a:pt x="88" y="157"/>
                    <a:pt x="88" y="157"/>
                  </a:cubicBezTo>
                  <a:cubicBezTo>
                    <a:pt x="97" y="157"/>
                    <a:pt x="103" y="165"/>
                    <a:pt x="103" y="173"/>
                  </a:cubicBezTo>
                  <a:cubicBezTo>
                    <a:pt x="103" y="181"/>
                    <a:pt x="97" y="189"/>
                    <a:pt x="88" y="189"/>
                  </a:cubicBezTo>
                  <a:cubicBezTo>
                    <a:pt x="64" y="189"/>
                    <a:pt x="64" y="189"/>
                    <a:pt x="64" y="189"/>
                  </a:cubicBezTo>
                  <a:cubicBezTo>
                    <a:pt x="58" y="189"/>
                    <a:pt x="52" y="184"/>
                    <a:pt x="50" y="179"/>
                  </a:cubicBezTo>
                  <a:cubicBezTo>
                    <a:pt x="45" y="166"/>
                    <a:pt x="31" y="161"/>
                    <a:pt x="17" y="166"/>
                  </a:cubicBezTo>
                  <a:cubicBezTo>
                    <a:pt x="6" y="171"/>
                    <a:pt x="-1" y="186"/>
                    <a:pt x="4" y="197"/>
                  </a:cubicBezTo>
                  <a:cubicBezTo>
                    <a:pt x="13" y="218"/>
                    <a:pt x="31" y="232"/>
                    <a:pt x="51" y="236"/>
                  </a:cubicBezTo>
                  <a:cubicBezTo>
                    <a:pt x="51" y="239"/>
                    <a:pt x="51" y="239"/>
                    <a:pt x="51" y="239"/>
                  </a:cubicBezTo>
                  <a:cubicBezTo>
                    <a:pt x="51" y="252"/>
                    <a:pt x="62" y="263"/>
                    <a:pt x="76" y="263"/>
                  </a:cubicBezTo>
                  <a:cubicBezTo>
                    <a:pt x="89" y="263"/>
                    <a:pt x="100" y="252"/>
                    <a:pt x="100" y="239"/>
                  </a:cubicBezTo>
                  <a:cubicBezTo>
                    <a:pt x="100" y="236"/>
                    <a:pt x="100" y="236"/>
                    <a:pt x="100" y="236"/>
                  </a:cubicBezTo>
                  <a:cubicBezTo>
                    <a:pt x="131" y="230"/>
                    <a:pt x="152" y="204"/>
                    <a:pt x="152" y="173"/>
                  </a:cubicBezTo>
                  <a:cubicBezTo>
                    <a:pt x="152" y="138"/>
                    <a:pt x="124" y="108"/>
                    <a:pt x="88" y="108"/>
                  </a:cubicBezTo>
                  <a:moveTo>
                    <a:pt x="88" y="108"/>
                  </a:moveTo>
                  <a:lnTo>
                    <a:pt x="88" y="1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29"/>
          <p:cNvGrpSpPr/>
          <p:nvPr/>
        </p:nvGrpSpPr>
        <p:grpSpPr>
          <a:xfrm>
            <a:off x="-1020504" y="4159271"/>
            <a:ext cx="2181625" cy="2181625"/>
            <a:chOff x="-4626425" y="-4587625"/>
            <a:chExt cx="7590900" cy="7590900"/>
          </a:xfrm>
        </p:grpSpPr>
        <p:sp>
          <p:nvSpPr>
            <p:cNvPr id="332" name="Google Shape;332;p29"/>
            <p:cNvSpPr/>
            <p:nvPr/>
          </p:nvSpPr>
          <p:spPr>
            <a:xfrm>
              <a:off x="-4626425" y="-4587625"/>
              <a:ext cx="7590900" cy="7590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-3233075" y="-3194275"/>
              <a:ext cx="4804200" cy="4804200"/>
            </a:xfrm>
            <a:prstGeom prst="ellipse">
              <a:avLst/>
            </a:prstGeom>
            <a:solidFill>
              <a:srgbClr val="4A86E8">
                <a:alpha val="2658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334" name="Google Shape;334;p29"/>
          <p:cNvSpPr/>
          <p:nvPr/>
        </p:nvSpPr>
        <p:spPr>
          <a:xfrm>
            <a:off x="2215563" y="290686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A729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5" name="Google Shape;335;p29"/>
          <p:cNvGrpSpPr/>
          <p:nvPr/>
        </p:nvGrpSpPr>
        <p:grpSpPr>
          <a:xfrm>
            <a:off x="645088" y="2615900"/>
            <a:ext cx="1709100" cy="1150175"/>
            <a:chOff x="594488" y="1957150"/>
            <a:chExt cx="1709100" cy="1150175"/>
          </a:xfrm>
        </p:grpSpPr>
        <p:sp>
          <p:nvSpPr>
            <p:cNvPr id="336" name="Google Shape;336;p29"/>
            <p:cNvSpPr/>
            <p:nvPr/>
          </p:nvSpPr>
          <p:spPr>
            <a:xfrm>
              <a:off x="1151886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A729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9"/>
            <p:cNvSpPr txBox="1"/>
            <p:nvPr/>
          </p:nvSpPr>
          <p:spPr>
            <a:xfrm>
              <a:off x="12306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800"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8" name="Google Shape;338;p29"/>
            <p:cNvSpPr txBox="1"/>
            <p:nvPr/>
          </p:nvSpPr>
          <p:spPr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Pipeline </a:t>
              </a:r>
              <a:endParaRPr sz="1000"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9" name="Google Shape;339;p29"/>
          <p:cNvGrpSpPr/>
          <p:nvPr/>
        </p:nvGrpSpPr>
        <p:grpSpPr>
          <a:xfrm>
            <a:off x="2750025" y="2615900"/>
            <a:ext cx="1709100" cy="1150175"/>
            <a:chOff x="2699425" y="1957150"/>
            <a:chExt cx="1709100" cy="1150175"/>
          </a:xfrm>
        </p:grpSpPr>
        <p:sp>
          <p:nvSpPr>
            <p:cNvPr id="340" name="Google Shape;340;p29"/>
            <p:cNvSpPr/>
            <p:nvPr/>
          </p:nvSpPr>
          <p:spPr>
            <a:xfrm>
              <a:off x="3256823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A729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9"/>
            <p:cNvSpPr txBox="1"/>
            <p:nvPr/>
          </p:nvSpPr>
          <p:spPr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Tracking </a:t>
              </a:r>
              <a:endParaRPr sz="1000"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2" name="Google Shape;342;p29"/>
            <p:cNvSpPr txBox="1"/>
            <p:nvPr/>
          </p:nvSpPr>
          <p:spPr>
            <a:xfrm>
              <a:off x="3335573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800"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3" name="Google Shape;343;p29"/>
          <p:cNvGrpSpPr/>
          <p:nvPr/>
        </p:nvGrpSpPr>
        <p:grpSpPr>
          <a:xfrm>
            <a:off x="4832013" y="2615900"/>
            <a:ext cx="1709100" cy="1150175"/>
            <a:chOff x="4781413" y="1957150"/>
            <a:chExt cx="1709100" cy="1150175"/>
          </a:xfrm>
        </p:grpSpPr>
        <p:sp>
          <p:nvSpPr>
            <p:cNvPr id="344" name="Google Shape;344;p29"/>
            <p:cNvSpPr/>
            <p:nvPr/>
          </p:nvSpPr>
          <p:spPr>
            <a:xfrm>
              <a:off x="5338808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9"/>
            <p:cNvSpPr txBox="1"/>
            <p:nvPr/>
          </p:nvSpPr>
          <p:spPr>
            <a:xfrm>
              <a:off x="4781413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Versionado </a:t>
              </a:r>
              <a:endParaRPr sz="10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6" name="Google Shape;346;p29"/>
            <p:cNvSpPr txBox="1"/>
            <p:nvPr/>
          </p:nvSpPr>
          <p:spPr>
            <a:xfrm>
              <a:off x="5417558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7" name="Google Shape;347;p29"/>
          <p:cNvGrpSpPr/>
          <p:nvPr/>
        </p:nvGrpSpPr>
        <p:grpSpPr>
          <a:xfrm>
            <a:off x="6913988" y="2615900"/>
            <a:ext cx="1709100" cy="1150175"/>
            <a:chOff x="6863388" y="1957150"/>
            <a:chExt cx="1709100" cy="1150175"/>
          </a:xfrm>
        </p:grpSpPr>
        <p:sp>
          <p:nvSpPr>
            <p:cNvPr id="348" name="Google Shape;348;p29"/>
            <p:cNvSpPr/>
            <p:nvPr/>
          </p:nvSpPr>
          <p:spPr>
            <a:xfrm>
              <a:off x="7420786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9"/>
            <p:cNvSpPr txBox="1"/>
            <p:nvPr/>
          </p:nvSpPr>
          <p:spPr>
            <a:xfrm>
              <a:off x="68633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Model Registry</a:t>
              </a:r>
              <a:endParaRPr sz="10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50" name="Google Shape;350;p29"/>
            <p:cNvSpPr txBox="1"/>
            <p:nvPr/>
          </p:nvSpPr>
          <p:spPr>
            <a:xfrm>
              <a:off x="7499536" y="21183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8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1" name="Google Shape;351;p29"/>
          <p:cNvSpPr/>
          <p:nvPr/>
        </p:nvSpPr>
        <p:spPr>
          <a:xfrm>
            <a:off x="4387775" y="290686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8585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9"/>
          <p:cNvSpPr/>
          <p:nvPr/>
        </p:nvSpPr>
        <p:spPr>
          <a:xfrm>
            <a:off x="6469750" y="290686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8585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"/>
          <p:cNvSpPr txBox="1">
            <a:spLocks noGrp="1"/>
          </p:cNvSpPr>
          <p:nvPr>
            <p:ph type="subTitle" idx="2"/>
          </p:nvPr>
        </p:nvSpPr>
        <p:spPr>
          <a:xfrm>
            <a:off x="3585450" y="2486127"/>
            <a:ext cx="1973100" cy="19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proyecto ya cumple estándares profesionales (estructura reproducible).</a:t>
            </a:r>
            <a:endParaRPr/>
          </a:p>
        </p:txBody>
      </p:sp>
      <p:sp>
        <p:nvSpPr>
          <p:cNvPr id="358" name="Google Shape;358;p30"/>
          <p:cNvSpPr txBox="1">
            <a:spLocks noGrp="1"/>
          </p:cNvSpPr>
          <p:nvPr>
            <p:ph type="subTitle" idx="3"/>
          </p:nvPr>
        </p:nvSpPr>
        <p:spPr>
          <a:xfrm>
            <a:off x="6058750" y="2486126"/>
            <a:ext cx="1973100" cy="19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Cookiecutter es una utilidad de línea de comandos de código abierto que genera proyectos a partir de plantillas estandarizadas, acelerando el proceso de creación de código al evitar la configuración manual repetitiva.</a:t>
            </a:r>
            <a:endParaRPr/>
          </a:p>
        </p:txBody>
      </p:sp>
      <p:sp>
        <p:nvSpPr>
          <p:cNvPr id="359" name="Google Shape;359;p30"/>
          <p:cNvSpPr txBox="1">
            <a:spLocks noGrp="1"/>
          </p:cNvSpPr>
          <p:nvPr>
            <p:ph type="subTitle" idx="5"/>
          </p:nvPr>
        </p:nvSpPr>
        <p:spPr>
          <a:xfrm>
            <a:off x="3585450" y="1850875"/>
            <a:ext cx="1973100" cy="7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implementado</a:t>
            </a:r>
            <a:endParaRPr/>
          </a:p>
        </p:txBody>
      </p:sp>
      <p:sp>
        <p:nvSpPr>
          <p:cNvPr id="360" name="Google Shape;360;p30"/>
          <p:cNvSpPr txBox="1">
            <a:spLocks noGrp="1"/>
          </p:cNvSpPr>
          <p:nvPr>
            <p:ph type="subTitle" idx="6"/>
          </p:nvPr>
        </p:nvSpPr>
        <p:spPr>
          <a:xfrm>
            <a:off x="6058750" y="1850875"/>
            <a:ext cx="1973100" cy="7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Qué es?</a:t>
            </a:r>
            <a:endParaRPr/>
          </a:p>
        </p:txBody>
      </p:sp>
      <p:sp>
        <p:nvSpPr>
          <p:cNvPr id="361" name="Google Shape;361;p30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Cookiecutter</a:t>
            </a:r>
            <a:endParaRPr/>
          </a:p>
        </p:txBody>
      </p:sp>
      <p:sp>
        <p:nvSpPr>
          <p:cNvPr id="362" name="Google Shape;362;p30"/>
          <p:cNvSpPr/>
          <p:nvPr/>
        </p:nvSpPr>
        <p:spPr>
          <a:xfrm>
            <a:off x="4351950" y="1214313"/>
            <a:ext cx="440100" cy="44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6825250" y="1214313"/>
            <a:ext cx="440100" cy="44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364" name="Google Shape;364;p30"/>
          <p:cNvGrpSpPr/>
          <p:nvPr/>
        </p:nvGrpSpPr>
        <p:grpSpPr>
          <a:xfrm>
            <a:off x="4379032" y="1245909"/>
            <a:ext cx="385951" cy="376932"/>
            <a:chOff x="3232569" y="1396525"/>
            <a:chExt cx="468501" cy="457553"/>
          </a:xfrm>
        </p:grpSpPr>
        <p:sp>
          <p:nvSpPr>
            <p:cNvPr id="365" name="Google Shape;365;p30"/>
            <p:cNvSpPr/>
            <p:nvPr/>
          </p:nvSpPr>
          <p:spPr>
            <a:xfrm>
              <a:off x="3493345" y="1516106"/>
              <a:ext cx="23018" cy="17685"/>
            </a:xfrm>
            <a:custGeom>
              <a:avLst/>
              <a:gdLst/>
              <a:ahLst/>
              <a:cxnLst/>
              <a:rect l="l" t="t" r="r" b="b"/>
              <a:pathLst>
                <a:path w="82" h="63" extrusionOk="0">
                  <a:moveTo>
                    <a:pt x="2" y="48"/>
                  </a:moveTo>
                  <a:lnTo>
                    <a:pt x="2" y="48"/>
                  </a:lnTo>
                  <a:cubicBezTo>
                    <a:pt x="6" y="56"/>
                    <a:pt x="15" y="63"/>
                    <a:pt x="25" y="63"/>
                  </a:cubicBezTo>
                  <a:cubicBezTo>
                    <a:pt x="28" y="63"/>
                    <a:pt x="31" y="62"/>
                    <a:pt x="34" y="61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80" y="41"/>
                    <a:pt x="85" y="27"/>
                    <a:pt x="81" y="15"/>
                  </a:cubicBezTo>
                  <a:cubicBezTo>
                    <a:pt x="76" y="2"/>
                    <a:pt x="62" y="-4"/>
                    <a:pt x="49" y="2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3" y="20"/>
                    <a:pt x="-3" y="35"/>
                    <a:pt x="2" y="48"/>
                  </a:cubicBezTo>
                  <a:moveTo>
                    <a:pt x="2" y="48"/>
                  </a:moveTo>
                  <a:lnTo>
                    <a:pt x="2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3479591" y="1490000"/>
              <a:ext cx="19930" cy="22176"/>
            </a:xfrm>
            <a:custGeom>
              <a:avLst/>
              <a:gdLst/>
              <a:ahLst/>
              <a:cxnLst/>
              <a:rect l="l" t="t" r="r" b="b"/>
              <a:pathLst>
                <a:path w="71" h="79" extrusionOk="0">
                  <a:moveTo>
                    <a:pt x="11" y="73"/>
                  </a:moveTo>
                  <a:lnTo>
                    <a:pt x="11" y="73"/>
                  </a:lnTo>
                  <a:cubicBezTo>
                    <a:pt x="15" y="76"/>
                    <a:pt x="20" y="79"/>
                    <a:pt x="25" y="79"/>
                  </a:cubicBezTo>
                  <a:cubicBezTo>
                    <a:pt x="32" y="79"/>
                    <a:pt x="40" y="75"/>
                    <a:pt x="45" y="69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75" y="29"/>
                    <a:pt x="72" y="13"/>
                    <a:pt x="62" y="5"/>
                  </a:cubicBezTo>
                  <a:cubicBezTo>
                    <a:pt x="51" y="-3"/>
                    <a:pt x="35" y="-1"/>
                    <a:pt x="27" y="1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-3" y="50"/>
                    <a:pt x="0" y="66"/>
                    <a:pt x="11" y="73"/>
                  </a:cubicBezTo>
                  <a:moveTo>
                    <a:pt x="11" y="73"/>
                  </a:moveTo>
                  <a:lnTo>
                    <a:pt x="11" y="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3498959" y="1544738"/>
              <a:ext cx="23860" cy="15158"/>
            </a:xfrm>
            <a:custGeom>
              <a:avLst/>
              <a:gdLst/>
              <a:ahLst/>
              <a:cxnLst/>
              <a:rect l="l" t="t" r="r" b="b"/>
              <a:pathLst>
                <a:path w="85" h="54" extrusionOk="0">
                  <a:moveTo>
                    <a:pt x="0" y="21"/>
                  </a:moveTo>
                  <a:lnTo>
                    <a:pt x="0" y="21"/>
                  </a:lnTo>
                  <a:cubicBezTo>
                    <a:pt x="-1" y="35"/>
                    <a:pt x="8" y="47"/>
                    <a:pt x="21" y="49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8" y="54"/>
                    <a:pt x="60" y="54"/>
                    <a:pt x="61" y="54"/>
                  </a:cubicBezTo>
                  <a:cubicBezTo>
                    <a:pt x="73" y="54"/>
                    <a:pt x="83" y="46"/>
                    <a:pt x="85" y="34"/>
                  </a:cubicBezTo>
                  <a:cubicBezTo>
                    <a:pt x="87" y="21"/>
                    <a:pt x="77" y="8"/>
                    <a:pt x="64" y="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5" y="-1"/>
                    <a:pt x="2" y="8"/>
                    <a:pt x="0" y="21"/>
                  </a:cubicBezTo>
                  <a:moveTo>
                    <a:pt x="0" y="21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3232569" y="1396525"/>
              <a:ext cx="468501" cy="457553"/>
            </a:xfrm>
            <a:custGeom>
              <a:avLst/>
              <a:gdLst/>
              <a:ahLst/>
              <a:cxnLst/>
              <a:rect l="l" t="t" r="r" b="b"/>
              <a:pathLst>
                <a:path w="1669" h="1630" extrusionOk="0">
                  <a:moveTo>
                    <a:pt x="1579" y="647"/>
                  </a:moveTo>
                  <a:lnTo>
                    <a:pt x="1579" y="647"/>
                  </a:lnTo>
                  <a:cubicBezTo>
                    <a:pt x="1540" y="647"/>
                    <a:pt x="1540" y="647"/>
                    <a:pt x="1540" y="647"/>
                  </a:cubicBezTo>
                  <a:cubicBezTo>
                    <a:pt x="1540" y="252"/>
                    <a:pt x="1540" y="252"/>
                    <a:pt x="1540" y="252"/>
                  </a:cubicBezTo>
                  <a:cubicBezTo>
                    <a:pt x="1540" y="202"/>
                    <a:pt x="1500" y="162"/>
                    <a:pt x="1451" y="162"/>
                  </a:cubicBezTo>
                  <a:cubicBezTo>
                    <a:pt x="1108" y="162"/>
                    <a:pt x="1108" y="162"/>
                    <a:pt x="1108" y="162"/>
                  </a:cubicBezTo>
                  <a:cubicBezTo>
                    <a:pt x="1105" y="153"/>
                    <a:pt x="1105" y="153"/>
                    <a:pt x="1105" y="153"/>
                  </a:cubicBezTo>
                  <a:cubicBezTo>
                    <a:pt x="1101" y="147"/>
                    <a:pt x="1097" y="142"/>
                    <a:pt x="1092" y="140"/>
                  </a:cubicBezTo>
                  <a:cubicBezTo>
                    <a:pt x="754" y="2"/>
                    <a:pt x="754" y="2"/>
                    <a:pt x="754" y="2"/>
                  </a:cubicBezTo>
                  <a:cubicBezTo>
                    <a:pt x="748" y="-1"/>
                    <a:pt x="742" y="-1"/>
                    <a:pt x="735" y="2"/>
                  </a:cubicBezTo>
                  <a:cubicBezTo>
                    <a:pt x="144" y="250"/>
                    <a:pt x="144" y="250"/>
                    <a:pt x="144" y="250"/>
                  </a:cubicBezTo>
                  <a:cubicBezTo>
                    <a:pt x="114" y="262"/>
                    <a:pt x="101" y="296"/>
                    <a:pt x="113" y="326"/>
                  </a:cubicBezTo>
                  <a:cubicBezTo>
                    <a:pt x="117" y="336"/>
                    <a:pt x="117" y="336"/>
                    <a:pt x="117" y="336"/>
                  </a:cubicBezTo>
                  <a:cubicBezTo>
                    <a:pt x="90" y="336"/>
                    <a:pt x="90" y="336"/>
                    <a:pt x="90" y="336"/>
                  </a:cubicBezTo>
                  <a:cubicBezTo>
                    <a:pt x="40" y="336"/>
                    <a:pt x="0" y="376"/>
                    <a:pt x="0" y="425"/>
                  </a:cubicBezTo>
                  <a:cubicBezTo>
                    <a:pt x="0" y="1480"/>
                    <a:pt x="0" y="1480"/>
                    <a:pt x="0" y="1480"/>
                  </a:cubicBezTo>
                  <a:cubicBezTo>
                    <a:pt x="0" y="1562"/>
                    <a:pt x="67" y="1630"/>
                    <a:pt x="151" y="1630"/>
                  </a:cubicBezTo>
                  <a:lnTo>
                    <a:pt x="151" y="1630"/>
                  </a:lnTo>
                  <a:cubicBezTo>
                    <a:pt x="152" y="1630"/>
                    <a:pt x="1519" y="1630"/>
                    <a:pt x="1519" y="1630"/>
                  </a:cubicBezTo>
                  <a:cubicBezTo>
                    <a:pt x="1601" y="1630"/>
                    <a:pt x="1669" y="1562"/>
                    <a:pt x="1669" y="1480"/>
                  </a:cubicBezTo>
                  <a:cubicBezTo>
                    <a:pt x="1669" y="737"/>
                    <a:pt x="1669" y="737"/>
                    <a:pt x="1669" y="737"/>
                  </a:cubicBezTo>
                  <a:cubicBezTo>
                    <a:pt x="1669" y="688"/>
                    <a:pt x="1628" y="647"/>
                    <a:pt x="1579" y="647"/>
                  </a:cubicBezTo>
                  <a:moveTo>
                    <a:pt x="1451" y="211"/>
                  </a:moveTo>
                  <a:lnTo>
                    <a:pt x="1451" y="211"/>
                  </a:lnTo>
                  <a:cubicBezTo>
                    <a:pt x="1474" y="211"/>
                    <a:pt x="1491" y="229"/>
                    <a:pt x="1491" y="252"/>
                  </a:cubicBezTo>
                  <a:cubicBezTo>
                    <a:pt x="1491" y="647"/>
                    <a:pt x="1491" y="647"/>
                    <a:pt x="1491" y="647"/>
                  </a:cubicBezTo>
                  <a:cubicBezTo>
                    <a:pt x="1312" y="647"/>
                    <a:pt x="1312" y="647"/>
                    <a:pt x="1312" y="647"/>
                  </a:cubicBezTo>
                  <a:cubicBezTo>
                    <a:pt x="1244" y="485"/>
                    <a:pt x="1244" y="485"/>
                    <a:pt x="1244" y="485"/>
                  </a:cubicBezTo>
                  <a:cubicBezTo>
                    <a:pt x="1358" y="485"/>
                    <a:pt x="1358" y="485"/>
                    <a:pt x="1358" y="485"/>
                  </a:cubicBezTo>
                  <a:cubicBezTo>
                    <a:pt x="1392" y="485"/>
                    <a:pt x="1420" y="457"/>
                    <a:pt x="1420" y="424"/>
                  </a:cubicBezTo>
                  <a:cubicBezTo>
                    <a:pt x="1420" y="353"/>
                    <a:pt x="1420" y="353"/>
                    <a:pt x="1420" y="353"/>
                  </a:cubicBezTo>
                  <a:cubicBezTo>
                    <a:pt x="1420" y="318"/>
                    <a:pt x="1392" y="290"/>
                    <a:pt x="1358" y="290"/>
                  </a:cubicBezTo>
                  <a:cubicBezTo>
                    <a:pt x="1162" y="290"/>
                    <a:pt x="1162" y="290"/>
                    <a:pt x="1162" y="290"/>
                  </a:cubicBezTo>
                  <a:cubicBezTo>
                    <a:pt x="1129" y="211"/>
                    <a:pt x="1129" y="211"/>
                    <a:pt x="1129" y="211"/>
                  </a:cubicBezTo>
                  <a:lnTo>
                    <a:pt x="1451" y="211"/>
                  </a:lnTo>
                  <a:moveTo>
                    <a:pt x="1183" y="339"/>
                  </a:moveTo>
                  <a:lnTo>
                    <a:pt x="1183" y="339"/>
                  </a:lnTo>
                  <a:cubicBezTo>
                    <a:pt x="1358" y="339"/>
                    <a:pt x="1358" y="339"/>
                    <a:pt x="1358" y="339"/>
                  </a:cubicBezTo>
                  <a:cubicBezTo>
                    <a:pt x="1364" y="339"/>
                    <a:pt x="1371" y="345"/>
                    <a:pt x="1371" y="353"/>
                  </a:cubicBezTo>
                  <a:cubicBezTo>
                    <a:pt x="1371" y="424"/>
                    <a:pt x="1371" y="424"/>
                    <a:pt x="1371" y="424"/>
                  </a:cubicBezTo>
                  <a:cubicBezTo>
                    <a:pt x="1371" y="431"/>
                    <a:pt x="1364" y="437"/>
                    <a:pt x="1358" y="437"/>
                  </a:cubicBezTo>
                  <a:cubicBezTo>
                    <a:pt x="1223" y="437"/>
                    <a:pt x="1223" y="437"/>
                    <a:pt x="1223" y="437"/>
                  </a:cubicBezTo>
                  <a:lnTo>
                    <a:pt x="1183" y="339"/>
                  </a:lnTo>
                  <a:moveTo>
                    <a:pt x="1018" y="163"/>
                  </a:moveTo>
                  <a:lnTo>
                    <a:pt x="1018" y="163"/>
                  </a:lnTo>
                  <a:cubicBezTo>
                    <a:pt x="867" y="226"/>
                    <a:pt x="867" y="226"/>
                    <a:pt x="867" y="226"/>
                  </a:cubicBezTo>
                  <a:cubicBezTo>
                    <a:pt x="861" y="228"/>
                    <a:pt x="856" y="226"/>
                    <a:pt x="854" y="220"/>
                  </a:cubicBezTo>
                  <a:cubicBezTo>
                    <a:pt x="791" y="69"/>
                    <a:pt x="791" y="69"/>
                    <a:pt x="791" y="69"/>
                  </a:cubicBezTo>
                  <a:lnTo>
                    <a:pt x="1018" y="163"/>
                  </a:lnTo>
                  <a:moveTo>
                    <a:pt x="1620" y="1480"/>
                  </a:moveTo>
                  <a:lnTo>
                    <a:pt x="1620" y="1480"/>
                  </a:lnTo>
                  <a:cubicBezTo>
                    <a:pt x="1620" y="1535"/>
                    <a:pt x="1574" y="1581"/>
                    <a:pt x="1519" y="1581"/>
                  </a:cubicBezTo>
                  <a:cubicBezTo>
                    <a:pt x="263" y="1581"/>
                    <a:pt x="263" y="1581"/>
                    <a:pt x="263" y="1581"/>
                  </a:cubicBezTo>
                  <a:cubicBezTo>
                    <a:pt x="288" y="1555"/>
                    <a:pt x="303" y="1519"/>
                    <a:pt x="303" y="1480"/>
                  </a:cubicBezTo>
                  <a:cubicBezTo>
                    <a:pt x="303" y="1212"/>
                    <a:pt x="303" y="1212"/>
                    <a:pt x="303" y="1212"/>
                  </a:cubicBezTo>
                  <a:cubicBezTo>
                    <a:pt x="303" y="1199"/>
                    <a:pt x="291" y="1188"/>
                    <a:pt x="278" y="1188"/>
                  </a:cubicBezTo>
                  <a:cubicBezTo>
                    <a:pt x="265" y="1188"/>
                    <a:pt x="254" y="1199"/>
                    <a:pt x="254" y="1212"/>
                  </a:cubicBezTo>
                  <a:cubicBezTo>
                    <a:pt x="254" y="1480"/>
                    <a:pt x="254" y="1480"/>
                    <a:pt x="254" y="1480"/>
                  </a:cubicBezTo>
                  <a:cubicBezTo>
                    <a:pt x="254" y="1535"/>
                    <a:pt x="208" y="1581"/>
                    <a:pt x="152" y="1581"/>
                  </a:cubicBezTo>
                  <a:lnTo>
                    <a:pt x="151" y="1581"/>
                  </a:lnTo>
                  <a:lnTo>
                    <a:pt x="151" y="1581"/>
                  </a:lnTo>
                  <a:cubicBezTo>
                    <a:pt x="94" y="1581"/>
                    <a:pt x="49" y="1535"/>
                    <a:pt x="49" y="1480"/>
                  </a:cubicBezTo>
                  <a:cubicBezTo>
                    <a:pt x="49" y="425"/>
                    <a:pt x="49" y="425"/>
                    <a:pt x="49" y="425"/>
                  </a:cubicBezTo>
                  <a:cubicBezTo>
                    <a:pt x="49" y="403"/>
                    <a:pt x="67" y="385"/>
                    <a:pt x="90" y="385"/>
                  </a:cubicBezTo>
                  <a:cubicBezTo>
                    <a:pt x="136" y="385"/>
                    <a:pt x="136" y="385"/>
                    <a:pt x="136" y="385"/>
                  </a:cubicBezTo>
                  <a:cubicBezTo>
                    <a:pt x="186" y="504"/>
                    <a:pt x="186" y="504"/>
                    <a:pt x="186" y="504"/>
                  </a:cubicBezTo>
                  <a:cubicBezTo>
                    <a:pt x="192" y="516"/>
                    <a:pt x="206" y="521"/>
                    <a:pt x="219" y="517"/>
                  </a:cubicBezTo>
                  <a:cubicBezTo>
                    <a:pt x="231" y="512"/>
                    <a:pt x="238" y="497"/>
                    <a:pt x="232" y="484"/>
                  </a:cubicBezTo>
                  <a:cubicBezTo>
                    <a:pt x="157" y="307"/>
                    <a:pt x="157" y="307"/>
                    <a:pt x="157" y="307"/>
                  </a:cubicBezTo>
                  <a:cubicBezTo>
                    <a:pt x="156" y="302"/>
                    <a:pt x="158" y="296"/>
                    <a:pt x="163" y="294"/>
                  </a:cubicBezTo>
                  <a:cubicBezTo>
                    <a:pt x="732" y="56"/>
                    <a:pt x="732" y="56"/>
                    <a:pt x="732" y="56"/>
                  </a:cubicBezTo>
                  <a:cubicBezTo>
                    <a:pt x="809" y="240"/>
                    <a:pt x="809" y="240"/>
                    <a:pt x="809" y="240"/>
                  </a:cubicBezTo>
                  <a:cubicBezTo>
                    <a:pt x="818" y="262"/>
                    <a:pt x="840" y="276"/>
                    <a:pt x="862" y="276"/>
                  </a:cubicBezTo>
                  <a:cubicBezTo>
                    <a:pt x="870" y="276"/>
                    <a:pt x="877" y="274"/>
                    <a:pt x="885" y="271"/>
                  </a:cubicBezTo>
                  <a:cubicBezTo>
                    <a:pt x="1069" y="194"/>
                    <a:pt x="1069" y="194"/>
                    <a:pt x="1069" y="194"/>
                  </a:cubicBezTo>
                  <a:cubicBezTo>
                    <a:pt x="1259" y="647"/>
                    <a:pt x="1259" y="647"/>
                    <a:pt x="1259" y="647"/>
                  </a:cubicBezTo>
                  <a:cubicBezTo>
                    <a:pt x="1140" y="647"/>
                    <a:pt x="1140" y="647"/>
                    <a:pt x="1140" y="647"/>
                  </a:cubicBezTo>
                  <a:cubicBezTo>
                    <a:pt x="1127" y="647"/>
                    <a:pt x="1116" y="658"/>
                    <a:pt x="1116" y="671"/>
                  </a:cubicBezTo>
                  <a:cubicBezTo>
                    <a:pt x="1116" y="685"/>
                    <a:pt x="1127" y="696"/>
                    <a:pt x="1140" y="696"/>
                  </a:cubicBezTo>
                  <a:cubicBezTo>
                    <a:pt x="1579" y="696"/>
                    <a:pt x="1579" y="696"/>
                    <a:pt x="1579" y="696"/>
                  </a:cubicBezTo>
                  <a:cubicBezTo>
                    <a:pt x="1602" y="696"/>
                    <a:pt x="1620" y="715"/>
                    <a:pt x="1620" y="737"/>
                  </a:cubicBezTo>
                  <a:lnTo>
                    <a:pt x="1620" y="1480"/>
                  </a:lnTo>
                  <a:moveTo>
                    <a:pt x="1620" y="1480"/>
                  </a:moveTo>
                  <a:lnTo>
                    <a:pt x="1620" y="14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3296008" y="1495614"/>
              <a:ext cx="232987" cy="217829"/>
            </a:xfrm>
            <a:custGeom>
              <a:avLst/>
              <a:gdLst/>
              <a:ahLst/>
              <a:cxnLst/>
              <a:rect l="l" t="t" r="r" b="b"/>
              <a:pathLst>
                <a:path w="830" h="776" extrusionOk="0">
                  <a:moveTo>
                    <a:pt x="806" y="294"/>
                  </a:moveTo>
                  <a:lnTo>
                    <a:pt x="806" y="294"/>
                  </a:lnTo>
                  <a:cubicBezTo>
                    <a:pt x="666" y="294"/>
                    <a:pt x="666" y="294"/>
                    <a:pt x="666" y="294"/>
                  </a:cubicBezTo>
                  <a:cubicBezTo>
                    <a:pt x="681" y="243"/>
                    <a:pt x="678" y="189"/>
                    <a:pt x="657" y="140"/>
                  </a:cubicBezTo>
                  <a:cubicBezTo>
                    <a:pt x="634" y="84"/>
                    <a:pt x="590" y="40"/>
                    <a:pt x="533" y="17"/>
                  </a:cubicBezTo>
                  <a:cubicBezTo>
                    <a:pt x="477" y="-6"/>
                    <a:pt x="415" y="-6"/>
                    <a:pt x="359" y="17"/>
                  </a:cubicBezTo>
                  <a:cubicBezTo>
                    <a:pt x="303" y="41"/>
                    <a:pt x="258" y="86"/>
                    <a:pt x="235" y="142"/>
                  </a:cubicBezTo>
                  <a:cubicBezTo>
                    <a:pt x="216" y="191"/>
                    <a:pt x="213" y="244"/>
                    <a:pt x="228" y="294"/>
                  </a:cubicBezTo>
                  <a:cubicBezTo>
                    <a:pt x="117" y="294"/>
                    <a:pt x="117" y="294"/>
                    <a:pt x="117" y="294"/>
                  </a:cubicBezTo>
                  <a:cubicBezTo>
                    <a:pt x="103" y="294"/>
                    <a:pt x="90" y="298"/>
                    <a:pt x="78" y="303"/>
                  </a:cubicBezTo>
                  <a:cubicBezTo>
                    <a:pt x="47" y="231"/>
                    <a:pt x="47" y="231"/>
                    <a:pt x="47" y="231"/>
                  </a:cubicBezTo>
                  <a:cubicBezTo>
                    <a:pt x="42" y="218"/>
                    <a:pt x="28" y="213"/>
                    <a:pt x="16" y="218"/>
                  </a:cubicBezTo>
                  <a:cubicBezTo>
                    <a:pt x="3" y="223"/>
                    <a:pt x="-3" y="238"/>
                    <a:pt x="3" y="250"/>
                  </a:cubicBezTo>
                  <a:cubicBezTo>
                    <a:pt x="40" y="339"/>
                    <a:pt x="40" y="339"/>
                    <a:pt x="40" y="339"/>
                  </a:cubicBezTo>
                  <a:cubicBezTo>
                    <a:pt x="32" y="352"/>
                    <a:pt x="28" y="367"/>
                    <a:pt x="28" y="384"/>
                  </a:cubicBezTo>
                  <a:cubicBezTo>
                    <a:pt x="28" y="751"/>
                    <a:pt x="28" y="751"/>
                    <a:pt x="28" y="751"/>
                  </a:cubicBezTo>
                  <a:cubicBezTo>
                    <a:pt x="28" y="765"/>
                    <a:pt x="39" y="776"/>
                    <a:pt x="52" y="776"/>
                  </a:cubicBezTo>
                  <a:cubicBezTo>
                    <a:pt x="65" y="776"/>
                    <a:pt x="77" y="765"/>
                    <a:pt x="77" y="751"/>
                  </a:cubicBezTo>
                  <a:cubicBezTo>
                    <a:pt x="77" y="384"/>
                    <a:pt x="77" y="384"/>
                    <a:pt x="77" y="384"/>
                  </a:cubicBezTo>
                  <a:cubicBezTo>
                    <a:pt x="77" y="362"/>
                    <a:pt x="94" y="343"/>
                    <a:pt x="117" y="343"/>
                  </a:cubicBezTo>
                  <a:cubicBezTo>
                    <a:pt x="806" y="343"/>
                    <a:pt x="806" y="343"/>
                    <a:pt x="806" y="343"/>
                  </a:cubicBezTo>
                  <a:cubicBezTo>
                    <a:pt x="819" y="343"/>
                    <a:pt x="830" y="332"/>
                    <a:pt x="830" y="318"/>
                  </a:cubicBezTo>
                  <a:cubicBezTo>
                    <a:pt x="830" y="305"/>
                    <a:pt x="819" y="294"/>
                    <a:pt x="806" y="294"/>
                  </a:cubicBezTo>
                  <a:moveTo>
                    <a:pt x="281" y="161"/>
                  </a:moveTo>
                  <a:lnTo>
                    <a:pt x="281" y="161"/>
                  </a:lnTo>
                  <a:cubicBezTo>
                    <a:pt x="299" y="116"/>
                    <a:pt x="333" y="81"/>
                    <a:pt x="378" y="63"/>
                  </a:cubicBezTo>
                  <a:cubicBezTo>
                    <a:pt x="422" y="45"/>
                    <a:pt x="470" y="45"/>
                    <a:pt x="515" y="63"/>
                  </a:cubicBezTo>
                  <a:cubicBezTo>
                    <a:pt x="559" y="80"/>
                    <a:pt x="594" y="115"/>
                    <a:pt x="612" y="160"/>
                  </a:cubicBezTo>
                  <a:cubicBezTo>
                    <a:pt x="631" y="202"/>
                    <a:pt x="631" y="251"/>
                    <a:pt x="614" y="294"/>
                  </a:cubicBezTo>
                  <a:cubicBezTo>
                    <a:pt x="537" y="294"/>
                    <a:pt x="537" y="294"/>
                    <a:pt x="537" y="294"/>
                  </a:cubicBezTo>
                  <a:cubicBezTo>
                    <a:pt x="546" y="277"/>
                    <a:pt x="547" y="257"/>
                    <a:pt x="540" y="239"/>
                  </a:cubicBezTo>
                  <a:cubicBezTo>
                    <a:pt x="532" y="222"/>
                    <a:pt x="519" y="209"/>
                    <a:pt x="503" y="202"/>
                  </a:cubicBezTo>
                  <a:cubicBezTo>
                    <a:pt x="485" y="196"/>
                    <a:pt x="467" y="196"/>
                    <a:pt x="450" y="202"/>
                  </a:cubicBezTo>
                  <a:cubicBezTo>
                    <a:pt x="426" y="213"/>
                    <a:pt x="426" y="213"/>
                    <a:pt x="426" y="213"/>
                  </a:cubicBezTo>
                  <a:cubicBezTo>
                    <a:pt x="416" y="216"/>
                    <a:pt x="405" y="212"/>
                    <a:pt x="401" y="202"/>
                  </a:cubicBezTo>
                  <a:cubicBezTo>
                    <a:pt x="397" y="192"/>
                    <a:pt x="402" y="181"/>
                    <a:pt x="411" y="177"/>
                  </a:cubicBezTo>
                  <a:cubicBezTo>
                    <a:pt x="435" y="167"/>
                    <a:pt x="435" y="167"/>
                    <a:pt x="435" y="167"/>
                  </a:cubicBezTo>
                  <a:cubicBezTo>
                    <a:pt x="442" y="165"/>
                    <a:pt x="448" y="165"/>
                    <a:pt x="454" y="168"/>
                  </a:cubicBezTo>
                  <a:cubicBezTo>
                    <a:pt x="465" y="176"/>
                    <a:pt x="480" y="173"/>
                    <a:pt x="488" y="162"/>
                  </a:cubicBezTo>
                  <a:cubicBezTo>
                    <a:pt x="495" y="151"/>
                    <a:pt x="492" y="136"/>
                    <a:pt x="480" y="128"/>
                  </a:cubicBezTo>
                  <a:cubicBezTo>
                    <a:pt x="465" y="117"/>
                    <a:pt x="445" y="114"/>
                    <a:pt x="428" y="118"/>
                  </a:cubicBezTo>
                  <a:cubicBezTo>
                    <a:pt x="424" y="111"/>
                    <a:pt x="424" y="111"/>
                    <a:pt x="424" y="111"/>
                  </a:cubicBezTo>
                  <a:cubicBezTo>
                    <a:pt x="419" y="99"/>
                    <a:pt x="405" y="92"/>
                    <a:pt x="392" y="98"/>
                  </a:cubicBezTo>
                  <a:cubicBezTo>
                    <a:pt x="380" y="103"/>
                    <a:pt x="373" y="117"/>
                    <a:pt x="379" y="130"/>
                  </a:cubicBezTo>
                  <a:cubicBezTo>
                    <a:pt x="382" y="138"/>
                    <a:pt x="382" y="138"/>
                    <a:pt x="382" y="138"/>
                  </a:cubicBezTo>
                  <a:cubicBezTo>
                    <a:pt x="355" y="155"/>
                    <a:pt x="343" y="190"/>
                    <a:pt x="356" y="222"/>
                  </a:cubicBezTo>
                  <a:cubicBezTo>
                    <a:pt x="370" y="255"/>
                    <a:pt x="410" y="272"/>
                    <a:pt x="445" y="257"/>
                  </a:cubicBezTo>
                  <a:cubicBezTo>
                    <a:pt x="469" y="248"/>
                    <a:pt x="469" y="248"/>
                    <a:pt x="469" y="248"/>
                  </a:cubicBezTo>
                  <a:cubicBezTo>
                    <a:pt x="473" y="246"/>
                    <a:pt x="479" y="246"/>
                    <a:pt x="483" y="248"/>
                  </a:cubicBezTo>
                  <a:cubicBezTo>
                    <a:pt x="489" y="250"/>
                    <a:pt x="492" y="253"/>
                    <a:pt x="494" y="257"/>
                  </a:cubicBezTo>
                  <a:cubicBezTo>
                    <a:pt x="498" y="267"/>
                    <a:pt x="494" y="278"/>
                    <a:pt x="484" y="282"/>
                  </a:cubicBezTo>
                  <a:cubicBezTo>
                    <a:pt x="459" y="293"/>
                    <a:pt x="459" y="293"/>
                    <a:pt x="459" y="293"/>
                  </a:cubicBezTo>
                  <a:cubicBezTo>
                    <a:pt x="458" y="293"/>
                    <a:pt x="456" y="294"/>
                    <a:pt x="455" y="294"/>
                  </a:cubicBezTo>
                  <a:cubicBezTo>
                    <a:pt x="450" y="294"/>
                    <a:pt x="450" y="294"/>
                    <a:pt x="450" y="294"/>
                  </a:cubicBezTo>
                  <a:cubicBezTo>
                    <a:pt x="446" y="293"/>
                    <a:pt x="442" y="292"/>
                    <a:pt x="439" y="289"/>
                  </a:cubicBezTo>
                  <a:cubicBezTo>
                    <a:pt x="429" y="279"/>
                    <a:pt x="414" y="279"/>
                    <a:pt x="404" y="289"/>
                  </a:cubicBezTo>
                  <a:cubicBezTo>
                    <a:pt x="403" y="291"/>
                    <a:pt x="402" y="292"/>
                    <a:pt x="401" y="294"/>
                  </a:cubicBezTo>
                  <a:cubicBezTo>
                    <a:pt x="280" y="294"/>
                    <a:pt x="280" y="294"/>
                    <a:pt x="280" y="294"/>
                  </a:cubicBezTo>
                  <a:cubicBezTo>
                    <a:pt x="263" y="251"/>
                    <a:pt x="264" y="203"/>
                    <a:pt x="281" y="161"/>
                  </a:cubicBezTo>
                  <a:moveTo>
                    <a:pt x="281" y="161"/>
                  </a:moveTo>
                  <a:lnTo>
                    <a:pt x="281" y="1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3305272" y="1468386"/>
              <a:ext cx="62878" cy="34527"/>
            </a:xfrm>
            <a:custGeom>
              <a:avLst/>
              <a:gdLst/>
              <a:ahLst/>
              <a:cxnLst/>
              <a:rect l="l" t="t" r="r" b="b"/>
              <a:pathLst>
                <a:path w="224" h="123" extrusionOk="0">
                  <a:moveTo>
                    <a:pt x="25" y="123"/>
                  </a:moveTo>
                  <a:lnTo>
                    <a:pt x="25" y="123"/>
                  </a:lnTo>
                  <a:cubicBezTo>
                    <a:pt x="29" y="123"/>
                    <a:pt x="32" y="122"/>
                    <a:pt x="34" y="121"/>
                  </a:cubicBezTo>
                  <a:cubicBezTo>
                    <a:pt x="209" y="48"/>
                    <a:pt x="209" y="48"/>
                    <a:pt x="209" y="48"/>
                  </a:cubicBezTo>
                  <a:cubicBezTo>
                    <a:pt x="222" y="43"/>
                    <a:pt x="227" y="28"/>
                    <a:pt x="222" y="15"/>
                  </a:cubicBezTo>
                  <a:cubicBezTo>
                    <a:pt x="218" y="4"/>
                    <a:pt x="203" y="-3"/>
                    <a:pt x="190" y="2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4" y="81"/>
                    <a:pt x="-3" y="96"/>
                    <a:pt x="2" y="108"/>
                  </a:cubicBezTo>
                  <a:cubicBezTo>
                    <a:pt x="7" y="118"/>
                    <a:pt x="15" y="123"/>
                    <a:pt x="25" y="123"/>
                  </a:cubicBezTo>
                  <a:moveTo>
                    <a:pt x="25" y="123"/>
                  </a:moveTo>
                  <a:lnTo>
                    <a:pt x="25" y="1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3314816" y="1501790"/>
              <a:ext cx="33685" cy="22176"/>
            </a:xfrm>
            <a:custGeom>
              <a:avLst/>
              <a:gdLst/>
              <a:ahLst/>
              <a:cxnLst/>
              <a:rect l="l" t="t" r="r" b="b"/>
              <a:pathLst>
                <a:path w="120" h="79" extrusionOk="0">
                  <a:moveTo>
                    <a:pt x="87" y="2"/>
                  </a:moveTo>
                  <a:lnTo>
                    <a:pt x="87" y="2"/>
                  </a:lnTo>
                  <a:cubicBezTo>
                    <a:pt x="16" y="31"/>
                    <a:pt x="16" y="31"/>
                    <a:pt x="16" y="31"/>
                  </a:cubicBezTo>
                  <a:cubicBezTo>
                    <a:pt x="3" y="37"/>
                    <a:pt x="-2" y="51"/>
                    <a:pt x="2" y="64"/>
                  </a:cubicBezTo>
                  <a:cubicBezTo>
                    <a:pt x="7" y="74"/>
                    <a:pt x="15" y="79"/>
                    <a:pt x="25" y="79"/>
                  </a:cubicBezTo>
                  <a:cubicBezTo>
                    <a:pt x="28" y="79"/>
                    <a:pt x="31" y="78"/>
                    <a:pt x="35" y="77"/>
                  </a:cubicBezTo>
                  <a:cubicBezTo>
                    <a:pt x="106" y="46"/>
                    <a:pt x="106" y="46"/>
                    <a:pt x="106" y="46"/>
                  </a:cubicBezTo>
                  <a:cubicBezTo>
                    <a:pt x="118" y="42"/>
                    <a:pt x="124" y="27"/>
                    <a:pt x="119" y="15"/>
                  </a:cubicBezTo>
                  <a:cubicBezTo>
                    <a:pt x="114" y="3"/>
                    <a:pt x="100" y="-4"/>
                    <a:pt x="87" y="2"/>
                  </a:cubicBezTo>
                  <a:moveTo>
                    <a:pt x="87" y="2"/>
                  </a:moveTo>
                  <a:lnTo>
                    <a:pt x="87" y="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3346535" y="1779128"/>
              <a:ext cx="48843" cy="13755"/>
            </a:xfrm>
            <a:custGeom>
              <a:avLst/>
              <a:gdLst/>
              <a:ahLst/>
              <a:cxnLst/>
              <a:rect l="l" t="t" r="r" b="b"/>
              <a:pathLst>
                <a:path w="174" h="49" extrusionOk="0">
                  <a:moveTo>
                    <a:pt x="25" y="49"/>
                  </a:moveTo>
                  <a:lnTo>
                    <a:pt x="25" y="49"/>
                  </a:lnTo>
                  <a:cubicBezTo>
                    <a:pt x="149" y="49"/>
                    <a:pt x="149" y="49"/>
                    <a:pt x="149" y="49"/>
                  </a:cubicBezTo>
                  <a:cubicBezTo>
                    <a:pt x="163" y="49"/>
                    <a:pt x="174" y="38"/>
                    <a:pt x="174" y="24"/>
                  </a:cubicBezTo>
                  <a:cubicBezTo>
                    <a:pt x="174" y="11"/>
                    <a:pt x="163" y="0"/>
                    <a:pt x="149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38"/>
                    <a:pt x="12" y="49"/>
                    <a:pt x="25" y="49"/>
                  </a:cubicBezTo>
                  <a:moveTo>
                    <a:pt x="25" y="49"/>
                  </a:moveTo>
                  <a:lnTo>
                    <a:pt x="2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3346535" y="1803830"/>
              <a:ext cx="112564" cy="13755"/>
            </a:xfrm>
            <a:custGeom>
              <a:avLst/>
              <a:gdLst/>
              <a:ahLst/>
              <a:cxnLst/>
              <a:rect l="l" t="t" r="r" b="b"/>
              <a:pathLst>
                <a:path w="401" h="49" extrusionOk="0">
                  <a:moveTo>
                    <a:pt x="377" y="0"/>
                  </a:moveTo>
                  <a:lnTo>
                    <a:pt x="377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8"/>
                    <a:pt x="12" y="49"/>
                    <a:pt x="25" y="49"/>
                  </a:cubicBezTo>
                  <a:cubicBezTo>
                    <a:pt x="377" y="49"/>
                    <a:pt x="377" y="49"/>
                    <a:pt x="377" y="49"/>
                  </a:cubicBezTo>
                  <a:cubicBezTo>
                    <a:pt x="390" y="49"/>
                    <a:pt x="401" y="38"/>
                    <a:pt x="401" y="25"/>
                  </a:cubicBezTo>
                  <a:cubicBezTo>
                    <a:pt x="401" y="11"/>
                    <a:pt x="390" y="0"/>
                    <a:pt x="377" y="0"/>
                  </a:cubicBezTo>
                  <a:moveTo>
                    <a:pt x="377" y="0"/>
                  </a:moveTo>
                  <a:lnTo>
                    <a:pt x="3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30"/>
          <p:cNvSpPr/>
          <p:nvPr/>
        </p:nvSpPr>
        <p:spPr>
          <a:xfrm>
            <a:off x="6916614" y="1245899"/>
            <a:ext cx="257372" cy="376952"/>
          </a:xfrm>
          <a:custGeom>
            <a:avLst/>
            <a:gdLst/>
            <a:ahLst/>
            <a:cxnLst/>
            <a:rect l="l" t="t" r="r" b="b"/>
            <a:pathLst>
              <a:path w="1248" h="1828" extrusionOk="0">
                <a:moveTo>
                  <a:pt x="1187" y="785"/>
                </a:moveTo>
                <a:lnTo>
                  <a:pt x="1187" y="785"/>
                </a:lnTo>
                <a:cubicBezTo>
                  <a:pt x="1070" y="785"/>
                  <a:pt x="1070" y="785"/>
                  <a:pt x="1070" y="785"/>
                </a:cubicBezTo>
                <a:cubicBezTo>
                  <a:pt x="1036" y="785"/>
                  <a:pt x="1009" y="812"/>
                  <a:pt x="1009" y="847"/>
                </a:cubicBezTo>
                <a:cubicBezTo>
                  <a:pt x="1009" y="881"/>
                  <a:pt x="1009" y="881"/>
                  <a:pt x="1009" y="881"/>
                </a:cubicBezTo>
                <a:cubicBezTo>
                  <a:pt x="1009" y="903"/>
                  <a:pt x="1019" y="922"/>
                  <a:pt x="1037" y="934"/>
                </a:cubicBezTo>
                <a:cubicBezTo>
                  <a:pt x="1037" y="1112"/>
                  <a:pt x="1037" y="1112"/>
                  <a:pt x="1037" y="1112"/>
                </a:cubicBezTo>
                <a:cubicBezTo>
                  <a:pt x="1037" y="1116"/>
                  <a:pt x="1035" y="1120"/>
                  <a:pt x="1034" y="1123"/>
                </a:cubicBezTo>
                <a:cubicBezTo>
                  <a:pt x="1014" y="1087"/>
                  <a:pt x="979" y="1063"/>
                  <a:pt x="939" y="1055"/>
                </a:cubicBezTo>
                <a:cubicBezTo>
                  <a:pt x="909" y="872"/>
                  <a:pt x="909" y="872"/>
                  <a:pt x="909" y="872"/>
                </a:cubicBezTo>
                <a:cubicBezTo>
                  <a:pt x="894" y="778"/>
                  <a:pt x="886" y="681"/>
                  <a:pt x="885" y="585"/>
                </a:cubicBezTo>
                <a:cubicBezTo>
                  <a:pt x="885" y="570"/>
                  <a:pt x="873" y="558"/>
                  <a:pt x="859" y="558"/>
                </a:cubicBezTo>
                <a:lnTo>
                  <a:pt x="858" y="558"/>
                </a:lnTo>
                <a:cubicBezTo>
                  <a:pt x="843" y="558"/>
                  <a:pt x="831" y="570"/>
                  <a:pt x="831" y="586"/>
                </a:cubicBezTo>
                <a:cubicBezTo>
                  <a:pt x="833" y="685"/>
                  <a:pt x="841" y="784"/>
                  <a:pt x="856" y="880"/>
                </a:cubicBezTo>
                <a:cubicBezTo>
                  <a:pt x="884" y="1053"/>
                  <a:pt x="884" y="1053"/>
                  <a:pt x="884" y="1053"/>
                </a:cubicBezTo>
                <a:cubicBezTo>
                  <a:pt x="652" y="1053"/>
                  <a:pt x="652" y="1053"/>
                  <a:pt x="652" y="1053"/>
                </a:cubicBezTo>
                <a:cubicBezTo>
                  <a:pt x="652" y="296"/>
                  <a:pt x="652" y="296"/>
                  <a:pt x="652" y="296"/>
                </a:cubicBezTo>
                <a:cubicBezTo>
                  <a:pt x="849" y="296"/>
                  <a:pt x="849" y="296"/>
                  <a:pt x="849" y="296"/>
                </a:cubicBezTo>
                <a:cubicBezTo>
                  <a:pt x="842" y="351"/>
                  <a:pt x="837" y="408"/>
                  <a:pt x="834" y="464"/>
                </a:cubicBezTo>
                <a:cubicBezTo>
                  <a:pt x="834" y="480"/>
                  <a:pt x="844" y="492"/>
                  <a:pt x="860" y="493"/>
                </a:cubicBezTo>
                <a:lnTo>
                  <a:pt x="861" y="493"/>
                </a:lnTo>
                <a:cubicBezTo>
                  <a:pt x="875" y="493"/>
                  <a:pt x="887" y="482"/>
                  <a:pt x="887" y="468"/>
                </a:cubicBezTo>
                <a:cubicBezTo>
                  <a:pt x="891" y="406"/>
                  <a:pt x="897" y="345"/>
                  <a:pt x="905" y="286"/>
                </a:cubicBezTo>
                <a:cubicBezTo>
                  <a:pt x="947" y="267"/>
                  <a:pt x="977" y="225"/>
                  <a:pt x="977" y="176"/>
                </a:cubicBezTo>
                <a:cubicBezTo>
                  <a:pt x="977" y="120"/>
                  <a:pt x="977" y="120"/>
                  <a:pt x="977" y="120"/>
                </a:cubicBezTo>
                <a:cubicBezTo>
                  <a:pt x="977" y="55"/>
                  <a:pt x="922" y="0"/>
                  <a:pt x="856" y="0"/>
                </a:cubicBezTo>
                <a:cubicBezTo>
                  <a:pt x="388" y="0"/>
                  <a:pt x="388" y="0"/>
                  <a:pt x="388" y="0"/>
                </a:cubicBezTo>
                <a:cubicBezTo>
                  <a:pt x="322" y="0"/>
                  <a:pt x="268" y="55"/>
                  <a:pt x="268" y="120"/>
                </a:cubicBezTo>
                <a:cubicBezTo>
                  <a:pt x="268" y="176"/>
                  <a:pt x="268" y="176"/>
                  <a:pt x="268" y="176"/>
                </a:cubicBezTo>
                <a:cubicBezTo>
                  <a:pt x="268" y="225"/>
                  <a:pt x="297" y="267"/>
                  <a:pt x="339" y="286"/>
                </a:cubicBezTo>
                <a:cubicBezTo>
                  <a:pt x="367" y="480"/>
                  <a:pt x="366" y="678"/>
                  <a:pt x="335" y="872"/>
                </a:cubicBezTo>
                <a:cubicBezTo>
                  <a:pt x="306" y="1055"/>
                  <a:pt x="306" y="1055"/>
                  <a:pt x="306" y="1055"/>
                </a:cubicBezTo>
                <a:cubicBezTo>
                  <a:pt x="267" y="1063"/>
                  <a:pt x="234" y="1086"/>
                  <a:pt x="214" y="1118"/>
                </a:cubicBezTo>
                <a:cubicBezTo>
                  <a:pt x="212" y="1117"/>
                  <a:pt x="212" y="1115"/>
                  <a:pt x="212" y="1112"/>
                </a:cubicBezTo>
                <a:cubicBezTo>
                  <a:pt x="212" y="934"/>
                  <a:pt x="212" y="934"/>
                  <a:pt x="212" y="934"/>
                </a:cubicBezTo>
                <a:cubicBezTo>
                  <a:pt x="229" y="922"/>
                  <a:pt x="241" y="903"/>
                  <a:pt x="241" y="881"/>
                </a:cubicBezTo>
                <a:cubicBezTo>
                  <a:pt x="241" y="847"/>
                  <a:pt x="241" y="847"/>
                  <a:pt x="241" y="847"/>
                </a:cubicBezTo>
                <a:cubicBezTo>
                  <a:pt x="241" y="812"/>
                  <a:pt x="214" y="785"/>
                  <a:pt x="179" y="785"/>
                </a:cubicBezTo>
                <a:cubicBezTo>
                  <a:pt x="61" y="785"/>
                  <a:pt x="61" y="785"/>
                  <a:pt x="61" y="785"/>
                </a:cubicBezTo>
                <a:cubicBezTo>
                  <a:pt x="28" y="785"/>
                  <a:pt x="0" y="812"/>
                  <a:pt x="0" y="847"/>
                </a:cubicBezTo>
                <a:cubicBezTo>
                  <a:pt x="0" y="881"/>
                  <a:pt x="0" y="881"/>
                  <a:pt x="0" y="881"/>
                </a:cubicBezTo>
                <a:cubicBezTo>
                  <a:pt x="0" y="915"/>
                  <a:pt x="28" y="942"/>
                  <a:pt x="61" y="942"/>
                </a:cubicBezTo>
                <a:cubicBezTo>
                  <a:pt x="70" y="942"/>
                  <a:pt x="70" y="942"/>
                  <a:pt x="70" y="942"/>
                </a:cubicBezTo>
                <a:cubicBezTo>
                  <a:pt x="70" y="1112"/>
                  <a:pt x="70" y="1112"/>
                  <a:pt x="70" y="1112"/>
                </a:cubicBezTo>
                <a:cubicBezTo>
                  <a:pt x="70" y="1201"/>
                  <a:pt x="141" y="1273"/>
                  <a:pt x="230" y="1273"/>
                </a:cubicBezTo>
                <a:cubicBezTo>
                  <a:pt x="474" y="1273"/>
                  <a:pt x="474" y="1273"/>
                  <a:pt x="474" y="1273"/>
                </a:cubicBezTo>
                <a:cubicBezTo>
                  <a:pt x="474" y="1326"/>
                  <a:pt x="474" y="1326"/>
                  <a:pt x="474" y="1326"/>
                </a:cubicBezTo>
                <a:cubicBezTo>
                  <a:pt x="474" y="1359"/>
                  <a:pt x="502" y="1386"/>
                  <a:pt x="535" y="1386"/>
                </a:cubicBezTo>
                <a:cubicBezTo>
                  <a:pt x="552" y="1386"/>
                  <a:pt x="552" y="1386"/>
                  <a:pt x="552" y="1386"/>
                </a:cubicBezTo>
                <a:cubicBezTo>
                  <a:pt x="552" y="1411"/>
                  <a:pt x="552" y="1411"/>
                  <a:pt x="552" y="1411"/>
                </a:cubicBezTo>
                <a:cubicBezTo>
                  <a:pt x="456" y="1445"/>
                  <a:pt x="456" y="1445"/>
                  <a:pt x="456" y="1445"/>
                </a:cubicBezTo>
                <a:cubicBezTo>
                  <a:pt x="442" y="1450"/>
                  <a:pt x="435" y="1465"/>
                  <a:pt x="440" y="1479"/>
                </a:cubicBezTo>
                <a:cubicBezTo>
                  <a:pt x="443" y="1490"/>
                  <a:pt x="454" y="1497"/>
                  <a:pt x="465" y="1497"/>
                </a:cubicBezTo>
                <a:cubicBezTo>
                  <a:pt x="468" y="1497"/>
                  <a:pt x="471" y="1497"/>
                  <a:pt x="474" y="1496"/>
                </a:cubicBezTo>
                <a:cubicBezTo>
                  <a:pt x="552" y="1469"/>
                  <a:pt x="552" y="1469"/>
                  <a:pt x="552" y="1469"/>
                </a:cubicBezTo>
                <a:cubicBezTo>
                  <a:pt x="552" y="1504"/>
                  <a:pt x="552" y="1504"/>
                  <a:pt x="552" y="1504"/>
                </a:cubicBezTo>
                <a:cubicBezTo>
                  <a:pt x="303" y="1591"/>
                  <a:pt x="303" y="1591"/>
                  <a:pt x="303" y="1591"/>
                </a:cubicBezTo>
                <a:cubicBezTo>
                  <a:pt x="287" y="1596"/>
                  <a:pt x="273" y="1608"/>
                  <a:pt x="265" y="1621"/>
                </a:cubicBezTo>
                <a:cubicBezTo>
                  <a:pt x="254" y="1616"/>
                  <a:pt x="243" y="1613"/>
                  <a:pt x="231" y="1612"/>
                </a:cubicBezTo>
                <a:cubicBezTo>
                  <a:pt x="244" y="1588"/>
                  <a:pt x="266" y="1569"/>
                  <a:pt x="292" y="1559"/>
                </a:cubicBezTo>
                <a:cubicBezTo>
                  <a:pt x="361" y="1535"/>
                  <a:pt x="361" y="1535"/>
                  <a:pt x="361" y="1535"/>
                </a:cubicBezTo>
                <a:cubicBezTo>
                  <a:pt x="375" y="1531"/>
                  <a:pt x="383" y="1515"/>
                  <a:pt x="378" y="1501"/>
                </a:cubicBezTo>
                <a:cubicBezTo>
                  <a:pt x="373" y="1487"/>
                  <a:pt x="358" y="1479"/>
                  <a:pt x="344" y="1484"/>
                </a:cubicBezTo>
                <a:cubicBezTo>
                  <a:pt x="274" y="1509"/>
                  <a:pt x="274" y="1509"/>
                  <a:pt x="274" y="1509"/>
                </a:cubicBezTo>
                <a:cubicBezTo>
                  <a:pt x="223" y="1526"/>
                  <a:pt x="185" y="1567"/>
                  <a:pt x="171" y="1620"/>
                </a:cubicBezTo>
                <a:cubicBezTo>
                  <a:pt x="133" y="1637"/>
                  <a:pt x="106" y="1675"/>
                  <a:pt x="106" y="1719"/>
                </a:cubicBezTo>
                <a:cubicBezTo>
                  <a:pt x="106" y="1780"/>
                  <a:pt x="155" y="1828"/>
                  <a:pt x="216" y="1828"/>
                </a:cubicBezTo>
                <a:cubicBezTo>
                  <a:pt x="275" y="1828"/>
                  <a:pt x="325" y="1780"/>
                  <a:pt x="325" y="1719"/>
                </a:cubicBezTo>
                <a:cubicBezTo>
                  <a:pt x="325" y="1696"/>
                  <a:pt x="318" y="1676"/>
                  <a:pt x="306" y="1658"/>
                </a:cubicBezTo>
                <a:cubicBezTo>
                  <a:pt x="308" y="1651"/>
                  <a:pt x="314" y="1644"/>
                  <a:pt x="321" y="1641"/>
                </a:cubicBezTo>
                <a:cubicBezTo>
                  <a:pt x="552" y="1560"/>
                  <a:pt x="552" y="1560"/>
                  <a:pt x="552" y="1560"/>
                </a:cubicBezTo>
                <a:cubicBezTo>
                  <a:pt x="552" y="1638"/>
                  <a:pt x="552" y="1638"/>
                  <a:pt x="552" y="1638"/>
                </a:cubicBezTo>
                <a:cubicBezTo>
                  <a:pt x="529" y="1658"/>
                  <a:pt x="515" y="1687"/>
                  <a:pt x="515" y="1719"/>
                </a:cubicBezTo>
                <a:cubicBezTo>
                  <a:pt x="515" y="1780"/>
                  <a:pt x="564" y="1828"/>
                  <a:pt x="624" y="1828"/>
                </a:cubicBezTo>
                <a:cubicBezTo>
                  <a:pt x="685" y="1828"/>
                  <a:pt x="734" y="1780"/>
                  <a:pt x="734" y="1719"/>
                </a:cubicBezTo>
                <a:cubicBezTo>
                  <a:pt x="734" y="1684"/>
                  <a:pt x="717" y="1654"/>
                  <a:pt x="692" y="1634"/>
                </a:cubicBezTo>
                <a:cubicBezTo>
                  <a:pt x="692" y="1564"/>
                  <a:pt x="692" y="1564"/>
                  <a:pt x="692" y="1564"/>
                </a:cubicBezTo>
                <a:cubicBezTo>
                  <a:pt x="916" y="1641"/>
                  <a:pt x="916" y="1641"/>
                  <a:pt x="916" y="1641"/>
                </a:cubicBezTo>
                <a:cubicBezTo>
                  <a:pt x="924" y="1645"/>
                  <a:pt x="930" y="1653"/>
                  <a:pt x="930" y="1663"/>
                </a:cubicBezTo>
                <a:cubicBezTo>
                  <a:pt x="930" y="1682"/>
                  <a:pt x="930" y="1682"/>
                  <a:pt x="930" y="1682"/>
                </a:cubicBezTo>
                <a:cubicBezTo>
                  <a:pt x="927" y="1694"/>
                  <a:pt x="924" y="1706"/>
                  <a:pt x="924" y="1719"/>
                </a:cubicBezTo>
                <a:cubicBezTo>
                  <a:pt x="924" y="1780"/>
                  <a:pt x="973" y="1828"/>
                  <a:pt x="1034" y="1828"/>
                </a:cubicBezTo>
                <a:cubicBezTo>
                  <a:pt x="1093" y="1828"/>
                  <a:pt x="1142" y="1780"/>
                  <a:pt x="1142" y="1719"/>
                </a:cubicBezTo>
                <a:cubicBezTo>
                  <a:pt x="1142" y="1670"/>
                  <a:pt x="1110" y="1627"/>
                  <a:pt x="1064" y="1614"/>
                </a:cubicBezTo>
                <a:cubicBezTo>
                  <a:pt x="1049" y="1565"/>
                  <a:pt x="1011" y="1526"/>
                  <a:pt x="962" y="1509"/>
                </a:cubicBezTo>
                <a:cubicBezTo>
                  <a:pt x="692" y="1415"/>
                  <a:pt x="692" y="1415"/>
                  <a:pt x="692" y="1415"/>
                </a:cubicBezTo>
                <a:cubicBezTo>
                  <a:pt x="692" y="1386"/>
                  <a:pt x="692" y="1386"/>
                  <a:pt x="692" y="1386"/>
                </a:cubicBezTo>
                <a:cubicBezTo>
                  <a:pt x="714" y="1386"/>
                  <a:pt x="714" y="1386"/>
                  <a:pt x="714" y="1386"/>
                </a:cubicBezTo>
                <a:cubicBezTo>
                  <a:pt x="747" y="1386"/>
                  <a:pt x="775" y="1359"/>
                  <a:pt x="775" y="1326"/>
                </a:cubicBezTo>
                <a:cubicBezTo>
                  <a:pt x="775" y="1273"/>
                  <a:pt x="775" y="1273"/>
                  <a:pt x="775" y="1273"/>
                </a:cubicBezTo>
                <a:cubicBezTo>
                  <a:pt x="1018" y="1273"/>
                  <a:pt x="1018" y="1273"/>
                  <a:pt x="1018" y="1273"/>
                </a:cubicBezTo>
                <a:cubicBezTo>
                  <a:pt x="1108" y="1273"/>
                  <a:pt x="1180" y="1201"/>
                  <a:pt x="1180" y="1112"/>
                </a:cubicBezTo>
                <a:cubicBezTo>
                  <a:pt x="1180" y="942"/>
                  <a:pt x="1180" y="942"/>
                  <a:pt x="1180" y="942"/>
                </a:cubicBezTo>
                <a:cubicBezTo>
                  <a:pt x="1187" y="942"/>
                  <a:pt x="1187" y="942"/>
                  <a:pt x="1187" y="942"/>
                </a:cubicBezTo>
                <a:cubicBezTo>
                  <a:pt x="1221" y="942"/>
                  <a:pt x="1248" y="915"/>
                  <a:pt x="1248" y="881"/>
                </a:cubicBezTo>
                <a:cubicBezTo>
                  <a:pt x="1248" y="847"/>
                  <a:pt x="1248" y="847"/>
                  <a:pt x="1248" y="847"/>
                </a:cubicBezTo>
                <a:cubicBezTo>
                  <a:pt x="1248" y="812"/>
                  <a:pt x="1221" y="785"/>
                  <a:pt x="1187" y="785"/>
                </a:cubicBezTo>
                <a:moveTo>
                  <a:pt x="216" y="1775"/>
                </a:moveTo>
                <a:lnTo>
                  <a:pt x="216" y="1775"/>
                </a:lnTo>
                <a:cubicBezTo>
                  <a:pt x="185" y="1775"/>
                  <a:pt x="160" y="1750"/>
                  <a:pt x="160" y="1719"/>
                </a:cubicBezTo>
                <a:cubicBezTo>
                  <a:pt x="160" y="1689"/>
                  <a:pt x="185" y="1664"/>
                  <a:pt x="216" y="1664"/>
                </a:cubicBezTo>
                <a:cubicBezTo>
                  <a:pt x="246" y="1664"/>
                  <a:pt x="272" y="1689"/>
                  <a:pt x="272" y="1719"/>
                </a:cubicBezTo>
                <a:cubicBezTo>
                  <a:pt x="272" y="1750"/>
                  <a:pt x="246" y="1775"/>
                  <a:pt x="216" y="1775"/>
                </a:cubicBezTo>
                <a:moveTo>
                  <a:pt x="322" y="120"/>
                </a:moveTo>
                <a:lnTo>
                  <a:pt x="322" y="120"/>
                </a:lnTo>
                <a:cubicBezTo>
                  <a:pt x="322" y="83"/>
                  <a:pt x="352" y="53"/>
                  <a:pt x="388" y="53"/>
                </a:cubicBezTo>
                <a:cubicBezTo>
                  <a:pt x="856" y="53"/>
                  <a:pt x="856" y="53"/>
                  <a:pt x="856" y="53"/>
                </a:cubicBezTo>
                <a:cubicBezTo>
                  <a:pt x="893" y="53"/>
                  <a:pt x="923" y="83"/>
                  <a:pt x="923" y="120"/>
                </a:cubicBezTo>
                <a:cubicBezTo>
                  <a:pt x="923" y="176"/>
                  <a:pt x="923" y="176"/>
                  <a:pt x="923" y="176"/>
                </a:cubicBezTo>
                <a:cubicBezTo>
                  <a:pt x="923" y="213"/>
                  <a:pt x="893" y="243"/>
                  <a:pt x="856" y="243"/>
                </a:cubicBezTo>
                <a:cubicBezTo>
                  <a:pt x="388" y="243"/>
                  <a:pt x="388" y="243"/>
                  <a:pt x="388" y="243"/>
                </a:cubicBezTo>
                <a:cubicBezTo>
                  <a:pt x="352" y="243"/>
                  <a:pt x="322" y="213"/>
                  <a:pt x="322" y="176"/>
                </a:cubicBezTo>
                <a:lnTo>
                  <a:pt x="322" y="120"/>
                </a:lnTo>
                <a:moveTo>
                  <a:pt x="329" y="1107"/>
                </a:moveTo>
                <a:lnTo>
                  <a:pt x="329" y="1107"/>
                </a:lnTo>
                <a:cubicBezTo>
                  <a:pt x="446" y="1107"/>
                  <a:pt x="446" y="1107"/>
                  <a:pt x="446" y="1107"/>
                </a:cubicBezTo>
                <a:cubicBezTo>
                  <a:pt x="461" y="1107"/>
                  <a:pt x="473" y="1095"/>
                  <a:pt x="473" y="1080"/>
                </a:cubicBezTo>
                <a:cubicBezTo>
                  <a:pt x="473" y="1065"/>
                  <a:pt x="461" y="1053"/>
                  <a:pt x="446" y="1053"/>
                </a:cubicBezTo>
                <a:cubicBezTo>
                  <a:pt x="361" y="1053"/>
                  <a:pt x="361" y="1053"/>
                  <a:pt x="361" y="1053"/>
                </a:cubicBezTo>
                <a:cubicBezTo>
                  <a:pt x="388" y="880"/>
                  <a:pt x="388" y="880"/>
                  <a:pt x="388" y="880"/>
                </a:cubicBezTo>
                <a:cubicBezTo>
                  <a:pt x="419" y="686"/>
                  <a:pt x="421" y="491"/>
                  <a:pt x="394" y="296"/>
                </a:cubicBezTo>
                <a:cubicBezTo>
                  <a:pt x="598" y="296"/>
                  <a:pt x="598" y="296"/>
                  <a:pt x="598" y="296"/>
                </a:cubicBezTo>
                <a:cubicBezTo>
                  <a:pt x="598" y="1053"/>
                  <a:pt x="598" y="1053"/>
                  <a:pt x="598" y="1053"/>
                </a:cubicBezTo>
                <a:cubicBezTo>
                  <a:pt x="565" y="1053"/>
                  <a:pt x="565" y="1053"/>
                  <a:pt x="565" y="1053"/>
                </a:cubicBezTo>
                <a:cubicBezTo>
                  <a:pt x="550" y="1053"/>
                  <a:pt x="539" y="1065"/>
                  <a:pt x="539" y="1080"/>
                </a:cubicBezTo>
                <a:cubicBezTo>
                  <a:pt x="539" y="1095"/>
                  <a:pt x="550" y="1107"/>
                  <a:pt x="565" y="1107"/>
                </a:cubicBezTo>
                <a:cubicBezTo>
                  <a:pt x="915" y="1107"/>
                  <a:pt x="915" y="1107"/>
                  <a:pt x="915" y="1107"/>
                </a:cubicBezTo>
                <a:cubicBezTo>
                  <a:pt x="953" y="1107"/>
                  <a:pt x="984" y="1132"/>
                  <a:pt x="993" y="1165"/>
                </a:cubicBezTo>
                <a:lnTo>
                  <a:pt x="993" y="1166"/>
                </a:lnTo>
                <a:cubicBezTo>
                  <a:pt x="996" y="1173"/>
                  <a:pt x="997" y="1180"/>
                  <a:pt x="997" y="1189"/>
                </a:cubicBezTo>
                <a:cubicBezTo>
                  <a:pt x="997" y="1205"/>
                  <a:pt x="983" y="1220"/>
                  <a:pt x="966" y="1220"/>
                </a:cubicBezTo>
                <a:cubicBezTo>
                  <a:pt x="279" y="1220"/>
                  <a:pt x="279" y="1220"/>
                  <a:pt x="279" y="1220"/>
                </a:cubicBezTo>
                <a:cubicBezTo>
                  <a:pt x="262" y="1220"/>
                  <a:pt x="248" y="1205"/>
                  <a:pt x="248" y="1189"/>
                </a:cubicBezTo>
                <a:cubicBezTo>
                  <a:pt x="248" y="1143"/>
                  <a:pt x="284" y="1107"/>
                  <a:pt x="329" y="1107"/>
                </a:cubicBezTo>
                <a:moveTo>
                  <a:pt x="54" y="881"/>
                </a:moveTo>
                <a:lnTo>
                  <a:pt x="54" y="881"/>
                </a:lnTo>
                <a:cubicBezTo>
                  <a:pt x="54" y="847"/>
                  <a:pt x="54" y="847"/>
                  <a:pt x="54" y="847"/>
                </a:cubicBezTo>
                <a:cubicBezTo>
                  <a:pt x="54" y="842"/>
                  <a:pt x="58" y="838"/>
                  <a:pt x="61" y="838"/>
                </a:cubicBezTo>
                <a:cubicBezTo>
                  <a:pt x="179" y="838"/>
                  <a:pt x="179" y="838"/>
                  <a:pt x="179" y="838"/>
                </a:cubicBezTo>
                <a:cubicBezTo>
                  <a:pt x="184" y="838"/>
                  <a:pt x="187" y="842"/>
                  <a:pt x="187" y="847"/>
                </a:cubicBezTo>
                <a:cubicBezTo>
                  <a:pt x="187" y="881"/>
                  <a:pt x="187" y="881"/>
                  <a:pt x="187" y="881"/>
                </a:cubicBezTo>
                <a:cubicBezTo>
                  <a:pt x="187" y="886"/>
                  <a:pt x="184" y="888"/>
                  <a:pt x="179" y="888"/>
                </a:cubicBezTo>
                <a:cubicBezTo>
                  <a:pt x="96" y="888"/>
                  <a:pt x="96" y="888"/>
                  <a:pt x="96" y="888"/>
                </a:cubicBezTo>
                <a:lnTo>
                  <a:pt x="96" y="888"/>
                </a:lnTo>
                <a:lnTo>
                  <a:pt x="96" y="888"/>
                </a:lnTo>
                <a:cubicBezTo>
                  <a:pt x="61" y="888"/>
                  <a:pt x="61" y="888"/>
                  <a:pt x="61" y="888"/>
                </a:cubicBezTo>
                <a:cubicBezTo>
                  <a:pt x="58" y="888"/>
                  <a:pt x="54" y="886"/>
                  <a:pt x="54" y="881"/>
                </a:cubicBezTo>
                <a:moveTo>
                  <a:pt x="123" y="1112"/>
                </a:moveTo>
                <a:lnTo>
                  <a:pt x="123" y="1112"/>
                </a:lnTo>
                <a:cubicBezTo>
                  <a:pt x="123" y="942"/>
                  <a:pt x="123" y="942"/>
                  <a:pt x="123" y="942"/>
                </a:cubicBezTo>
                <a:cubicBezTo>
                  <a:pt x="159" y="942"/>
                  <a:pt x="159" y="942"/>
                  <a:pt x="159" y="942"/>
                </a:cubicBezTo>
                <a:cubicBezTo>
                  <a:pt x="159" y="1112"/>
                  <a:pt x="159" y="1112"/>
                  <a:pt x="159" y="1112"/>
                </a:cubicBezTo>
                <a:cubicBezTo>
                  <a:pt x="159" y="1139"/>
                  <a:pt x="173" y="1163"/>
                  <a:pt x="194" y="1174"/>
                </a:cubicBezTo>
                <a:cubicBezTo>
                  <a:pt x="194" y="1179"/>
                  <a:pt x="194" y="1184"/>
                  <a:pt x="194" y="1189"/>
                </a:cubicBezTo>
                <a:cubicBezTo>
                  <a:pt x="194" y="1198"/>
                  <a:pt x="196" y="1207"/>
                  <a:pt x="198" y="1215"/>
                </a:cubicBezTo>
                <a:cubicBezTo>
                  <a:pt x="155" y="1202"/>
                  <a:pt x="123" y="1160"/>
                  <a:pt x="123" y="1112"/>
                </a:cubicBezTo>
                <a:moveTo>
                  <a:pt x="624" y="1775"/>
                </a:moveTo>
                <a:lnTo>
                  <a:pt x="624" y="1775"/>
                </a:lnTo>
                <a:cubicBezTo>
                  <a:pt x="593" y="1775"/>
                  <a:pt x="568" y="1750"/>
                  <a:pt x="568" y="1719"/>
                </a:cubicBezTo>
                <a:cubicBezTo>
                  <a:pt x="568" y="1689"/>
                  <a:pt x="593" y="1664"/>
                  <a:pt x="624" y="1664"/>
                </a:cubicBezTo>
                <a:cubicBezTo>
                  <a:pt x="655" y="1664"/>
                  <a:pt x="680" y="1689"/>
                  <a:pt x="680" y="1719"/>
                </a:cubicBezTo>
                <a:cubicBezTo>
                  <a:pt x="680" y="1750"/>
                  <a:pt x="655" y="1775"/>
                  <a:pt x="624" y="1775"/>
                </a:cubicBezTo>
                <a:moveTo>
                  <a:pt x="1088" y="1719"/>
                </a:moveTo>
                <a:lnTo>
                  <a:pt x="1088" y="1719"/>
                </a:lnTo>
                <a:cubicBezTo>
                  <a:pt x="1088" y="1750"/>
                  <a:pt x="1064" y="1775"/>
                  <a:pt x="1034" y="1775"/>
                </a:cubicBezTo>
                <a:cubicBezTo>
                  <a:pt x="1003" y="1775"/>
                  <a:pt x="978" y="1750"/>
                  <a:pt x="978" y="1719"/>
                </a:cubicBezTo>
                <a:cubicBezTo>
                  <a:pt x="978" y="1689"/>
                  <a:pt x="1003" y="1664"/>
                  <a:pt x="1034" y="1664"/>
                </a:cubicBezTo>
                <a:cubicBezTo>
                  <a:pt x="1035" y="1664"/>
                  <a:pt x="1037" y="1664"/>
                  <a:pt x="1039" y="1664"/>
                </a:cubicBezTo>
                <a:lnTo>
                  <a:pt x="1040" y="1664"/>
                </a:lnTo>
                <a:cubicBezTo>
                  <a:pt x="1067" y="1668"/>
                  <a:pt x="1088" y="1690"/>
                  <a:pt x="1088" y="1719"/>
                </a:cubicBezTo>
                <a:moveTo>
                  <a:pt x="944" y="1559"/>
                </a:moveTo>
                <a:lnTo>
                  <a:pt x="944" y="1559"/>
                </a:lnTo>
                <a:cubicBezTo>
                  <a:pt x="972" y="1569"/>
                  <a:pt x="993" y="1589"/>
                  <a:pt x="1006" y="1613"/>
                </a:cubicBezTo>
                <a:cubicBezTo>
                  <a:pt x="994" y="1616"/>
                  <a:pt x="985" y="1621"/>
                  <a:pt x="975" y="1627"/>
                </a:cubicBezTo>
                <a:cubicBezTo>
                  <a:pt x="966" y="1610"/>
                  <a:pt x="952" y="1597"/>
                  <a:pt x="934" y="1591"/>
                </a:cubicBezTo>
                <a:cubicBezTo>
                  <a:pt x="692" y="1507"/>
                  <a:pt x="692" y="1507"/>
                  <a:pt x="692" y="1507"/>
                </a:cubicBezTo>
                <a:cubicBezTo>
                  <a:pt x="692" y="1471"/>
                  <a:pt x="692" y="1471"/>
                  <a:pt x="692" y="1471"/>
                </a:cubicBezTo>
                <a:lnTo>
                  <a:pt x="944" y="1559"/>
                </a:lnTo>
                <a:moveTo>
                  <a:pt x="639" y="1610"/>
                </a:moveTo>
                <a:lnTo>
                  <a:pt x="639" y="1610"/>
                </a:lnTo>
                <a:cubicBezTo>
                  <a:pt x="634" y="1610"/>
                  <a:pt x="629" y="1610"/>
                  <a:pt x="624" y="1610"/>
                </a:cubicBezTo>
                <a:cubicBezTo>
                  <a:pt x="618" y="1610"/>
                  <a:pt x="611" y="1610"/>
                  <a:pt x="605" y="1612"/>
                </a:cubicBezTo>
                <a:cubicBezTo>
                  <a:pt x="605" y="1386"/>
                  <a:pt x="605" y="1386"/>
                  <a:pt x="605" y="1386"/>
                </a:cubicBezTo>
                <a:cubicBezTo>
                  <a:pt x="639" y="1386"/>
                  <a:pt x="639" y="1386"/>
                  <a:pt x="639" y="1386"/>
                </a:cubicBezTo>
                <a:lnTo>
                  <a:pt x="639" y="1610"/>
                </a:lnTo>
                <a:moveTo>
                  <a:pt x="722" y="1326"/>
                </a:moveTo>
                <a:lnTo>
                  <a:pt x="722" y="1326"/>
                </a:lnTo>
                <a:cubicBezTo>
                  <a:pt x="722" y="1329"/>
                  <a:pt x="718" y="1333"/>
                  <a:pt x="714" y="1333"/>
                </a:cubicBezTo>
                <a:cubicBezTo>
                  <a:pt x="535" y="1333"/>
                  <a:pt x="535" y="1333"/>
                  <a:pt x="535" y="1333"/>
                </a:cubicBezTo>
                <a:cubicBezTo>
                  <a:pt x="531" y="1333"/>
                  <a:pt x="528" y="1329"/>
                  <a:pt x="528" y="1326"/>
                </a:cubicBezTo>
                <a:cubicBezTo>
                  <a:pt x="528" y="1273"/>
                  <a:pt x="528" y="1273"/>
                  <a:pt x="528" y="1273"/>
                </a:cubicBezTo>
                <a:cubicBezTo>
                  <a:pt x="722" y="1273"/>
                  <a:pt x="722" y="1273"/>
                  <a:pt x="722" y="1273"/>
                </a:cubicBezTo>
                <a:lnTo>
                  <a:pt x="722" y="1326"/>
                </a:lnTo>
                <a:moveTo>
                  <a:pt x="1127" y="1112"/>
                </a:moveTo>
                <a:lnTo>
                  <a:pt x="1127" y="1112"/>
                </a:lnTo>
                <a:cubicBezTo>
                  <a:pt x="1127" y="1163"/>
                  <a:pt x="1092" y="1204"/>
                  <a:pt x="1046" y="1216"/>
                </a:cubicBezTo>
                <a:cubicBezTo>
                  <a:pt x="1049" y="1208"/>
                  <a:pt x="1050" y="1198"/>
                  <a:pt x="1050" y="1189"/>
                </a:cubicBezTo>
                <a:cubicBezTo>
                  <a:pt x="1050" y="1184"/>
                  <a:pt x="1050" y="1180"/>
                  <a:pt x="1050" y="1177"/>
                </a:cubicBezTo>
                <a:cubicBezTo>
                  <a:pt x="1074" y="1165"/>
                  <a:pt x="1091" y="1141"/>
                  <a:pt x="1091" y="1112"/>
                </a:cubicBezTo>
                <a:cubicBezTo>
                  <a:pt x="1091" y="942"/>
                  <a:pt x="1091" y="942"/>
                  <a:pt x="1091" y="942"/>
                </a:cubicBezTo>
                <a:cubicBezTo>
                  <a:pt x="1127" y="942"/>
                  <a:pt x="1127" y="942"/>
                  <a:pt x="1127" y="942"/>
                </a:cubicBezTo>
                <a:lnTo>
                  <a:pt x="1127" y="1112"/>
                </a:lnTo>
                <a:moveTo>
                  <a:pt x="1194" y="881"/>
                </a:moveTo>
                <a:lnTo>
                  <a:pt x="1194" y="881"/>
                </a:lnTo>
                <a:cubicBezTo>
                  <a:pt x="1194" y="886"/>
                  <a:pt x="1191" y="888"/>
                  <a:pt x="1187" y="888"/>
                </a:cubicBezTo>
                <a:cubicBezTo>
                  <a:pt x="1070" y="888"/>
                  <a:pt x="1070" y="888"/>
                  <a:pt x="1070" y="888"/>
                </a:cubicBezTo>
                <a:cubicBezTo>
                  <a:pt x="1065" y="888"/>
                  <a:pt x="1062" y="886"/>
                  <a:pt x="1062" y="881"/>
                </a:cubicBezTo>
                <a:cubicBezTo>
                  <a:pt x="1062" y="847"/>
                  <a:pt x="1062" y="847"/>
                  <a:pt x="1062" y="847"/>
                </a:cubicBezTo>
                <a:cubicBezTo>
                  <a:pt x="1062" y="842"/>
                  <a:pt x="1065" y="838"/>
                  <a:pt x="1070" y="838"/>
                </a:cubicBezTo>
                <a:cubicBezTo>
                  <a:pt x="1187" y="838"/>
                  <a:pt x="1187" y="838"/>
                  <a:pt x="1187" y="838"/>
                </a:cubicBezTo>
                <a:cubicBezTo>
                  <a:pt x="1191" y="838"/>
                  <a:pt x="1194" y="842"/>
                  <a:pt x="1194" y="847"/>
                </a:cubicBezTo>
                <a:lnTo>
                  <a:pt x="1194" y="881"/>
                </a:lnTo>
                <a:moveTo>
                  <a:pt x="1194" y="881"/>
                </a:moveTo>
                <a:lnTo>
                  <a:pt x="1194" y="88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30"/>
          <p:cNvPicPr preferRelativeResize="0"/>
          <p:nvPr/>
        </p:nvPicPr>
        <p:blipFill rotWithShape="1">
          <a:blip r:embed="rId3">
            <a:alphaModFix/>
          </a:blip>
          <a:srcRect l="4370"/>
          <a:stretch/>
        </p:blipFill>
        <p:spPr>
          <a:xfrm>
            <a:off x="556749" y="773425"/>
            <a:ext cx="2140625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1"/>
          <p:cNvSpPr txBox="1">
            <a:spLocks noGrp="1"/>
          </p:cNvSpPr>
          <p:nvPr>
            <p:ph type="subTitle" idx="1"/>
          </p:nvPr>
        </p:nvSpPr>
        <p:spPr>
          <a:xfrm>
            <a:off x="722825" y="1826248"/>
            <a:ext cx="38118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Código modular (funciones y clases separadas por responsabilidad).</a:t>
            </a:r>
            <a:endParaRPr/>
          </a:p>
        </p:txBody>
      </p:sp>
      <p:sp>
        <p:nvSpPr>
          <p:cNvPr id="381" name="Google Shape;381;p31"/>
          <p:cNvSpPr txBox="1">
            <a:spLocks noGrp="1"/>
          </p:cNvSpPr>
          <p:nvPr>
            <p:ph type="subTitle" idx="2"/>
          </p:nvPr>
        </p:nvSpPr>
        <p:spPr>
          <a:xfrm>
            <a:off x="4615354" y="1826249"/>
            <a:ext cx="38118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Eliminación de duplicaciones.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Tipado, docstrings y uso de logging.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Tipado y docstring.</a:t>
            </a:r>
            <a:endParaRPr/>
          </a:p>
        </p:txBody>
      </p:sp>
      <p:sp>
        <p:nvSpPr>
          <p:cNvPr id="382" name="Google Shape;382;p31"/>
          <p:cNvSpPr txBox="1">
            <a:spLocks noGrp="1"/>
          </p:cNvSpPr>
          <p:nvPr>
            <p:ph type="subTitle" idx="3"/>
          </p:nvPr>
        </p:nvSpPr>
        <p:spPr>
          <a:xfrm>
            <a:off x="722825" y="3572550"/>
            <a:ext cx="38118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Separación clara entre EDA y lógica de modelado.</a:t>
            </a:r>
            <a:endParaRPr/>
          </a:p>
        </p:txBody>
      </p:sp>
      <p:sp>
        <p:nvSpPr>
          <p:cNvPr id="383" name="Google Shape;383;p31"/>
          <p:cNvSpPr txBox="1">
            <a:spLocks noGrp="1"/>
          </p:cNvSpPr>
          <p:nvPr>
            <p:ph type="subTitle" idx="4"/>
          </p:nvPr>
        </p:nvSpPr>
        <p:spPr>
          <a:xfrm>
            <a:off x="4615325" y="3572550"/>
            <a:ext cx="38118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agregaron pruebas con pytest y revisión de estilo con flake8, black y mypy.</a:t>
            </a:r>
            <a:endParaRPr/>
          </a:p>
        </p:txBody>
      </p:sp>
      <p:sp>
        <p:nvSpPr>
          <p:cNvPr id="384" name="Google Shape;384;p31"/>
          <p:cNvSpPr txBox="1">
            <a:spLocks noGrp="1"/>
          </p:cNvSpPr>
          <p:nvPr>
            <p:ph type="subTitle" idx="5"/>
          </p:nvPr>
        </p:nvSpPr>
        <p:spPr>
          <a:xfrm>
            <a:off x="722825" y="1532900"/>
            <a:ext cx="381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Modulos</a:t>
            </a:r>
            <a:endParaRPr/>
          </a:p>
        </p:txBody>
      </p:sp>
      <p:sp>
        <p:nvSpPr>
          <p:cNvPr id="385" name="Google Shape;385;p31"/>
          <p:cNvSpPr txBox="1">
            <a:spLocks noGrp="1"/>
          </p:cNvSpPr>
          <p:nvPr>
            <p:ph type="subTitle" idx="6"/>
          </p:nvPr>
        </p:nvSpPr>
        <p:spPr>
          <a:xfrm>
            <a:off x="722825" y="3279275"/>
            <a:ext cx="381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Modelado</a:t>
            </a:r>
            <a:endParaRPr/>
          </a:p>
        </p:txBody>
      </p:sp>
      <p:sp>
        <p:nvSpPr>
          <p:cNvPr id="386" name="Google Shape;386;p31"/>
          <p:cNvSpPr txBox="1">
            <a:spLocks noGrp="1"/>
          </p:cNvSpPr>
          <p:nvPr>
            <p:ph type="subTitle" idx="7"/>
          </p:nvPr>
        </p:nvSpPr>
        <p:spPr>
          <a:xfrm>
            <a:off x="4615317" y="1532900"/>
            <a:ext cx="381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Preprocesamiento</a:t>
            </a:r>
            <a:endParaRPr/>
          </a:p>
        </p:txBody>
      </p:sp>
      <p:sp>
        <p:nvSpPr>
          <p:cNvPr id="387" name="Google Shape;387;p31"/>
          <p:cNvSpPr txBox="1">
            <a:spLocks noGrp="1"/>
          </p:cNvSpPr>
          <p:nvPr>
            <p:ph type="subTitle" idx="8"/>
          </p:nvPr>
        </p:nvSpPr>
        <p:spPr>
          <a:xfrm>
            <a:off x="4615300" y="3279275"/>
            <a:ext cx="381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Calidad de código PEP 8</a:t>
            </a:r>
            <a:endParaRPr/>
          </a:p>
        </p:txBody>
      </p:sp>
      <p:sp>
        <p:nvSpPr>
          <p:cNvPr id="388" name="Google Shape;388;p31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Refactorización y Mejora del Código</a:t>
            </a:r>
            <a:endParaRPr/>
          </a:p>
        </p:txBody>
      </p:sp>
      <p:sp>
        <p:nvSpPr>
          <p:cNvPr id="389" name="Google Shape;389;p31"/>
          <p:cNvSpPr/>
          <p:nvPr/>
        </p:nvSpPr>
        <p:spPr>
          <a:xfrm>
            <a:off x="2408675" y="2762850"/>
            <a:ext cx="440100" cy="44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2408675" y="1016588"/>
            <a:ext cx="440100" cy="44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6301200" y="2762850"/>
            <a:ext cx="440100" cy="44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6301200" y="1016588"/>
            <a:ext cx="440100" cy="440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393" name="Google Shape;393;p31"/>
          <p:cNvGrpSpPr/>
          <p:nvPr/>
        </p:nvGrpSpPr>
        <p:grpSpPr>
          <a:xfrm>
            <a:off x="2421444" y="1053764"/>
            <a:ext cx="414548" cy="365767"/>
            <a:chOff x="2494590" y="3359787"/>
            <a:chExt cx="472150" cy="421342"/>
          </a:xfrm>
        </p:grpSpPr>
        <p:sp>
          <p:nvSpPr>
            <p:cNvPr id="394" name="Google Shape;394;p31"/>
            <p:cNvSpPr/>
            <p:nvPr/>
          </p:nvSpPr>
          <p:spPr>
            <a:xfrm>
              <a:off x="2494590" y="3359787"/>
              <a:ext cx="472150" cy="421342"/>
            </a:xfrm>
            <a:custGeom>
              <a:avLst/>
              <a:gdLst/>
              <a:ahLst/>
              <a:cxnLst/>
              <a:rect l="l" t="t" r="r" b="b"/>
              <a:pathLst>
                <a:path w="1682" h="1501" extrusionOk="0">
                  <a:moveTo>
                    <a:pt x="1626" y="803"/>
                  </a:moveTo>
                  <a:lnTo>
                    <a:pt x="1626" y="803"/>
                  </a:lnTo>
                  <a:cubicBezTo>
                    <a:pt x="1626" y="800"/>
                    <a:pt x="1626" y="797"/>
                    <a:pt x="1626" y="793"/>
                  </a:cubicBezTo>
                  <a:cubicBezTo>
                    <a:pt x="1626" y="732"/>
                    <a:pt x="1626" y="732"/>
                    <a:pt x="1626" y="732"/>
                  </a:cubicBezTo>
                  <a:cubicBezTo>
                    <a:pt x="1626" y="706"/>
                    <a:pt x="1609" y="683"/>
                    <a:pt x="1584" y="676"/>
                  </a:cubicBezTo>
                  <a:cubicBezTo>
                    <a:pt x="1584" y="672"/>
                    <a:pt x="1586" y="667"/>
                    <a:pt x="1586" y="664"/>
                  </a:cubicBezTo>
                  <a:cubicBezTo>
                    <a:pt x="1586" y="603"/>
                    <a:pt x="1586" y="603"/>
                    <a:pt x="1586" y="603"/>
                  </a:cubicBezTo>
                  <a:cubicBezTo>
                    <a:pt x="1586" y="573"/>
                    <a:pt x="1562" y="548"/>
                    <a:pt x="1534" y="545"/>
                  </a:cubicBezTo>
                  <a:cubicBezTo>
                    <a:pt x="1534" y="540"/>
                    <a:pt x="1535" y="537"/>
                    <a:pt x="1535" y="534"/>
                  </a:cubicBezTo>
                  <a:cubicBezTo>
                    <a:pt x="1535" y="473"/>
                    <a:pt x="1535" y="473"/>
                    <a:pt x="1535" y="473"/>
                  </a:cubicBezTo>
                  <a:cubicBezTo>
                    <a:pt x="1535" y="470"/>
                    <a:pt x="1534" y="467"/>
                    <a:pt x="1534" y="464"/>
                  </a:cubicBezTo>
                  <a:cubicBezTo>
                    <a:pt x="1554" y="464"/>
                    <a:pt x="1554" y="464"/>
                    <a:pt x="1554" y="464"/>
                  </a:cubicBezTo>
                  <a:cubicBezTo>
                    <a:pt x="1587" y="464"/>
                    <a:pt x="1613" y="436"/>
                    <a:pt x="1613" y="404"/>
                  </a:cubicBezTo>
                  <a:cubicBezTo>
                    <a:pt x="1613" y="343"/>
                    <a:pt x="1613" y="343"/>
                    <a:pt x="1613" y="343"/>
                  </a:cubicBezTo>
                  <a:cubicBezTo>
                    <a:pt x="1613" y="310"/>
                    <a:pt x="1587" y="284"/>
                    <a:pt x="1554" y="284"/>
                  </a:cubicBezTo>
                  <a:cubicBezTo>
                    <a:pt x="1530" y="284"/>
                    <a:pt x="1530" y="284"/>
                    <a:pt x="1530" y="284"/>
                  </a:cubicBezTo>
                  <a:cubicBezTo>
                    <a:pt x="1530" y="281"/>
                    <a:pt x="1531" y="277"/>
                    <a:pt x="1531" y="274"/>
                  </a:cubicBezTo>
                  <a:cubicBezTo>
                    <a:pt x="1531" y="214"/>
                    <a:pt x="1531" y="214"/>
                    <a:pt x="1531" y="214"/>
                  </a:cubicBezTo>
                  <a:cubicBezTo>
                    <a:pt x="1531" y="181"/>
                    <a:pt x="1503" y="155"/>
                    <a:pt x="1472" y="155"/>
                  </a:cubicBezTo>
                  <a:cubicBezTo>
                    <a:pt x="867" y="155"/>
                    <a:pt x="867" y="155"/>
                    <a:pt x="867" y="155"/>
                  </a:cubicBezTo>
                  <a:cubicBezTo>
                    <a:pt x="834" y="155"/>
                    <a:pt x="809" y="181"/>
                    <a:pt x="809" y="214"/>
                  </a:cubicBezTo>
                  <a:cubicBezTo>
                    <a:pt x="809" y="274"/>
                    <a:pt x="809" y="274"/>
                    <a:pt x="809" y="274"/>
                  </a:cubicBezTo>
                  <a:cubicBezTo>
                    <a:pt x="809" y="307"/>
                    <a:pt x="834" y="333"/>
                    <a:pt x="867" y="333"/>
                  </a:cubicBezTo>
                  <a:cubicBezTo>
                    <a:pt x="891" y="333"/>
                    <a:pt x="891" y="333"/>
                    <a:pt x="891" y="333"/>
                  </a:cubicBezTo>
                  <a:cubicBezTo>
                    <a:pt x="891" y="336"/>
                    <a:pt x="890" y="340"/>
                    <a:pt x="890" y="343"/>
                  </a:cubicBezTo>
                  <a:cubicBezTo>
                    <a:pt x="890" y="404"/>
                    <a:pt x="890" y="404"/>
                    <a:pt x="890" y="404"/>
                  </a:cubicBezTo>
                  <a:cubicBezTo>
                    <a:pt x="890" y="408"/>
                    <a:pt x="891" y="411"/>
                    <a:pt x="891" y="414"/>
                  </a:cubicBezTo>
                  <a:cubicBezTo>
                    <a:pt x="871" y="414"/>
                    <a:pt x="871" y="414"/>
                    <a:pt x="871" y="414"/>
                  </a:cubicBezTo>
                  <a:cubicBezTo>
                    <a:pt x="838" y="414"/>
                    <a:pt x="812" y="441"/>
                    <a:pt x="812" y="473"/>
                  </a:cubicBezTo>
                  <a:cubicBezTo>
                    <a:pt x="812" y="534"/>
                    <a:pt x="812" y="534"/>
                    <a:pt x="812" y="534"/>
                  </a:cubicBezTo>
                  <a:cubicBezTo>
                    <a:pt x="812" y="564"/>
                    <a:pt x="835" y="588"/>
                    <a:pt x="864" y="593"/>
                  </a:cubicBezTo>
                  <a:cubicBezTo>
                    <a:pt x="864" y="596"/>
                    <a:pt x="862" y="599"/>
                    <a:pt x="862" y="603"/>
                  </a:cubicBezTo>
                  <a:cubicBezTo>
                    <a:pt x="862" y="664"/>
                    <a:pt x="862" y="664"/>
                    <a:pt x="862" y="664"/>
                  </a:cubicBezTo>
                  <a:cubicBezTo>
                    <a:pt x="862" y="690"/>
                    <a:pt x="881" y="713"/>
                    <a:pt x="905" y="720"/>
                  </a:cubicBezTo>
                  <a:cubicBezTo>
                    <a:pt x="904" y="724"/>
                    <a:pt x="904" y="729"/>
                    <a:pt x="904" y="732"/>
                  </a:cubicBezTo>
                  <a:cubicBezTo>
                    <a:pt x="904" y="778"/>
                    <a:pt x="904" y="778"/>
                    <a:pt x="904" y="778"/>
                  </a:cubicBezTo>
                  <a:cubicBezTo>
                    <a:pt x="899" y="778"/>
                    <a:pt x="893" y="778"/>
                    <a:pt x="888" y="778"/>
                  </a:cubicBezTo>
                  <a:cubicBezTo>
                    <a:pt x="864" y="778"/>
                    <a:pt x="841" y="780"/>
                    <a:pt x="818" y="785"/>
                  </a:cubicBezTo>
                  <a:cubicBezTo>
                    <a:pt x="818" y="732"/>
                    <a:pt x="818" y="732"/>
                    <a:pt x="818" y="732"/>
                  </a:cubicBezTo>
                  <a:cubicBezTo>
                    <a:pt x="818" y="700"/>
                    <a:pt x="792" y="673"/>
                    <a:pt x="759" y="673"/>
                  </a:cubicBezTo>
                  <a:cubicBezTo>
                    <a:pt x="584" y="673"/>
                    <a:pt x="584" y="673"/>
                    <a:pt x="584" y="673"/>
                  </a:cubicBezTo>
                  <a:cubicBezTo>
                    <a:pt x="692" y="610"/>
                    <a:pt x="764" y="494"/>
                    <a:pt x="764" y="362"/>
                  </a:cubicBezTo>
                  <a:cubicBezTo>
                    <a:pt x="764" y="162"/>
                    <a:pt x="602" y="0"/>
                    <a:pt x="402" y="0"/>
                  </a:cubicBezTo>
                  <a:cubicBezTo>
                    <a:pt x="203" y="0"/>
                    <a:pt x="41" y="162"/>
                    <a:pt x="41" y="362"/>
                  </a:cubicBezTo>
                  <a:cubicBezTo>
                    <a:pt x="41" y="494"/>
                    <a:pt x="113" y="610"/>
                    <a:pt x="220" y="673"/>
                  </a:cubicBezTo>
                  <a:cubicBezTo>
                    <a:pt x="155" y="673"/>
                    <a:pt x="155" y="673"/>
                    <a:pt x="155" y="673"/>
                  </a:cubicBezTo>
                  <a:cubicBezTo>
                    <a:pt x="123" y="673"/>
                    <a:pt x="97" y="700"/>
                    <a:pt x="97" y="732"/>
                  </a:cubicBezTo>
                  <a:cubicBezTo>
                    <a:pt x="97" y="793"/>
                    <a:pt x="97" y="793"/>
                    <a:pt x="97" y="793"/>
                  </a:cubicBezTo>
                  <a:cubicBezTo>
                    <a:pt x="97" y="806"/>
                    <a:pt x="100" y="817"/>
                    <a:pt x="108" y="827"/>
                  </a:cubicBezTo>
                  <a:cubicBezTo>
                    <a:pt x="100" y="837"/>
                    <a:pt x="97" y="849"/>
                    <a:pt x="97" y="862"/>
                  </a:cubicBezTo>
                  <a:cubicBezTo>
                    <a:pt x="97" y="922"/>
                    <a:pt x="97" y="922"/>
                    <a:pt x="97" y="922"/>
                  </a:cubicBezTo>
                  <a:cubicBezTo>
                    <a:pt x="97" y="926"/>
                    <a:pt x="97" y="930"/>
                    <a:pt x="97" y="933"/>
                  </a:cubicBezTo>
                  <a:cubicBezTo>
                    <a:pt x="68" y="937"/>
                    <a:pt x="46" y="962"/>
                    <a:pt x="46" y="991"/>
                  </a:cubicBezTo>
                  <a:cubicBezTo>
                    <a:pt x="46" y="1053"/>
                    <a:pt x="46" y="1053"/>
                    <a:pt x="46" y="1053"/>
                  </a:cubicBezTo>
                  <a:cubicBezTo>
                    <a:pt x="46" y="1056"/>
                    <a:pt x="46" y="1059"/>
                    <a:pt x="47" y="1064"/>
                  </a:cubicBezTo>
                  <a:cubicBezTo>
                    <a:pt x="20" y="1069"/>
                    <a:pt x="0" y="1092"/>
                    <a:pt x="0" y="1121"/>
                  </a:cubicBezTo>
                  <a:cubicBezTo>
                    <a:pt x="0" y="1182"/>
                    <a:pt x="0" y="1182"/>
                    <a:pt x="0" y="1182"/>
                  </a:cubicBezTo>
                  <a:cubicBezTo>
                    <a:pt x="0" y="1211"/>
                    <a:pt x="20" y="1235"/>
                    <a:pt x="47" y="1240"/>
                  </a:cubicBezTo>
                  <a:cubicBezTo>
                    <a:pt x="46" y="1243"/>
                    <a:pt x="46" y="1247"/>
                    <a:pt x="46" y="1251"/>
                  </a:cubicBezTo>
                  <a:cubicBezTo>
                    <a:pt x="46" y="1311"/>
                    <a:pt x="46" y="1311"/>
                    <a:pt x="46" y="1311"/>
                  </a:cubicBezTo>
                  <a:cubicBezTo>
                    <a:pt x="46" y="1325"/>
                    <a:pt x="50" y="1337"/>
                    <a:pt x="57" y="1346"/>
                  </a:cubicBezTo>
                  <a:cubicBezTo>
                    <a:pt x="50" y="1356"/>
                    <a:pt x="46" y="1367"/>
                    <a:pt x="46" y="1380"/>
                  </a:cubicBezTo>
                  <a:cubicBezTo>
                    <a:pt x="46" y="1442"/>
                    <a:pt x="46" y="1442"/>
                    <a:pt x="46" y="1442"/>
                  </a:cubicBezTo>
                  <a:cubicBezTo>
                    <a:pt x="46" y="1474"/>
                    <a:pt x="72" y="1501"/>
                    <a:pt x="104" y="1501"/>
                  </a:cubicBezTo>
                  <a:cubicBezTo>
                    <a:pt x="709" y="1501"/>
                    <a:pt x="709" y="1501"/>
                    <a:pt x="709" y="1501"/>
                  </a:cubicBezTo>
                  <a:cubicBezTo>
                    <a:pt x="729" y="1501"/>
                    <a:pt x="746" y="1491"/>
                    <a:pt x="757" y="1476"/>
                  </a:cubicBezTo>
                  <a:cubicBezTo>
                    <a:pt x="799" y="1492"/>
                    <a:pt x="842" y="1501"/>
                    <a:pt x="888" y="1501"/>
                  </a:cubicBezTo>
                  <a:cubicBezTo>
                    <a:pt x="907" y="1501"/>
                    <a:pt x="926" y="1499"/>
                    <a:pt x="945" y="1495"/>
                  </a:cubicBezTo>
                  <a:cubicBezTo>
                    <a:pt x="952" y="1499"/>
                    <a:pt x="960" y="1501"/>
                    <a:pt x="968" y="1501"/>
                  </a:cubicBezTo>
                  <a:cubicBezTo>
                    <a:pt x="1268" y="1501"/>
                    <a:pt x="1268" y="1501"/>
                    <a:pt x="1268" y="1501"/>
                  </a:cubicBezTo>
                  <a:cubicBezTo>
                    <a:pt x="1281" y="1501"/>
                    <a:pt x="1292" y="1490"/>
                    <a:pt x="1292" y="1476"/>
                  </a:cubicBezTo>
                  <a:cubicBezTo>
                    <a:pt x="1292" y="1463"/>
                    <a:pt x="1281" y="1452"/>
                    <a:pt x="1268" y="1452"/>
                  </a:cubicBezTo>
                  <a:cubicBezTo>
                    <a:pt x="1070" y="1452"/>
                    <a:pt x="1070" y="1452"/>
                    <a:pt x="1070" y="1452"/>
                  </a:cubicBezTo>
                  <a:cubicBezTo>
                    <a:pt x="1090" y="1438"/>
                    <a:pt x="1110" y="1424"/>
                    <a:pt x="1128" y="1409"/>
                  </a:cubicBezTo>
                  <a:cubicBezTo>
                    <a:pt x="1132" y="1416"/>
                    <a:pt x="1140" y="1419"/>
                    <a:pt x="1147" y="1419"/>
                  </a:cubicBezTo>
                  <a:cubicBezTo>
                    <a:pt x="1162" y="1419"/>
                    <a:pt x="1172" y="1408"/>
                    <a:pt x="1172" y="1395"/>
                  </a:cubicBezTo>
                  <a:cubicBezTo>
                    <a:pt x="1172" y="1371"/>
                    <a:pt x="1172" y="1371"/>
                    <a:pt x="1172" y="1371"/>
                  </a:cubicBezTo>
                  <a:cubicBezTo>
                    <a:pt x="1245" y="1371"/>
                    <a:pt x="1245" y="1371"/>
                    <a:pt x="1245" y="1371"/>
                  </a:cubicBezTo>
                  <a:cubicBezTo>
                    <a:pt x="1245" y="1395"/>
                    <a:pt x="1245" y="1395"/>
                    <a:pt x="1245" y="1395"/>
                  </a:cubicBezTo>
                  <a:cubicBezTo>
                    <a:pt x="1245" y="1408"/>
                    <a:pt x="1256" y="1419"/>
                    <a:pt x="1270" y="1419"/>
                  </a:cubicBezTo>
                  <a:cubicBezTo>
                    <a:pt x="1283" y="1419"/>
                    <a:pt x="1294" y="1408"/>
                    <a:pt x="1294" y="1395"/>
                  </a:cubicBezTo>
                  <a:cubicBezTo>
                    <a:pt x="1294" y="1371"/>
                    <a:pt x="1294" y="1371"/>
                    <a:pt x="1294" y="1371"/>
                  </a:cubicBezTo>
                  <a:cubicBezTo>
                    <a:pt x="1367" y="1371"/>
                    <a:pt x="1367" y="1371"/>
                    <a:pt x="1367" y="1371"/>
                  </a:cubicBezTo>
                  <a:cubicBezTo>
                    <a:pt x="1367" y="1395"/>
                    <a:pt x="1367" y="1395"/>
                    <a:pt x="1367" y="1395"/>
                  </a:cubicBezTo>
                  <a:cubicBezTo>
                    <a:pt x="1367" y="1408"/>
                    <a:pt x="1378" y="1419"/>
                    <a:pt x="1392" y="1419"/>
                  </a:cubicBezTo>
                  <a:cubicBezTo>
                    <a:pt x="1406" y="1419"/>
                    <a:pt x="1417" y="1408"/>
                    <a:pt x="1417" y="1395"/>
                  </a:cubicBezTo>
                  <a:cubicBezTo>
                    <a:pt x="1417" y="1371"/>
                    <a:pt x="1417" y="1371"/>
                    <a:pt x="1417" y="1371"/>
                  </a:cubicBezTo>
                  <a:cubicBezTo>
                    <a:pt x="1489" y="1371"/>
                    <a:pt x="1489" y="1371"/>
                    <a:pt x="1489" y="1371"/>
                  </a:cubicBezTo>
                  <a:cubicBezTo>
                    <a:pt x="1489" y="1395"/>
                    <a:pt x="1489" y="1395"/>
                    <a:pt x="1489" y="1395"/>
                  </a:cubicBezTo>
                  <a:cubicBezTo>
                    <a:pt x="1489" y="1408"/>
                    <a:pt x="1500" y="1419"/>
                    <a:pt x="1514" y="1419"/>
                  </a:cubicBezTo>
                  <a:cubicBezTo>
                    <a:pt x="1527" y="1419"/>
                    <a:pt x="1538" y="1408"/>
                    <a:pt x="1538" y="1395"/>
                  </a:cubicBezTo>
                  <a:cubicBezTo>
                    <a:pt x="1538" y="1371"/>
                    <a:pt x="1538" y="1371"/>
                    <a:pt x="1538" y="1371"/>
                  </a:cubicBezTo>
                  <a:cubicBezTo>
                    <a:pt x="1572" y="1371"/>
                    <a:pt x="1572" y="1371"/>
                    <a:pt x="1572" y="1371"/>
                  </a:cubicBezTo>
                  <a:cubicBezTo>
                    <a:pt x="1578" y="1371"/>
                    <a:pt x="1582" y="1375"/>
                    <a:pt x="1582" y="1380"/>
                  </a:cubicBezTo>
                  <a:cubicBezTo>
                    <a:pt x="1582" y="1442"/>
                    <a:pt x="1582" y="1442"/>
                    <a:pt x="1582" y="1442"/>
                  </a:cubicBezTo>
                  <a:cubicBezTo>
                    <a:pt x="1582" y="1447"/>
                    <a:pt x="1578" y="1452"/>
                    <a:pt x="1572" y="1452"/>
                  </a:cubicBezTo>
                  <a:cubicBezTo>
                    <a:pt x="1377" y="1452"/>
                    <a:pt x="1377" y="1452"/>
                    <a:pt x="1377" y="1452"/>
                  </a:cubicBezTo>
                  <a:cubicBezTo>
                    <a:pt x="1363" y="1452"/>
                    <a:pt x="1352" y="1463"/>
                    <a:pt x="1352" y="1476"/>
                  </a:cubicBezTo>
                  <a:cubicBezTo>
                    <a:pt x="1352" y="1490"/>
                    <a:pt x="1363" y="1501"/>
                    <a:pt x="1377" y="1501"/>
                  </a:cubicBezTo>
                  <a:cubicBezTo>
                    <a:pt x="1572" y="1501"/>
                    <a:pt x="1572" y="1501"/>
                    <a:pt x="1572" y="1501"/>
                  </a:cubicBezTo>
                  <a:cubicBezTo>
                    <a:pt x="1605" y="1501"/>
                    <a:pt x="1632" y="1474"/>
                    <a:pt x="1632" y="1442"/>
                  </a:cubicBezTo>
                  <a:cubicBezTo>
                    <a:pt x="1632" y="1380"/>
                    <a:pt x="1632" y="1380"/>
                    <a:pt x="1632" y="1380"/>
                  </a:cubicBezTo>
                  <a:cubicBezTo>
                    <a:pt x="1632" y="1367"/>
                    <a:pt x="1627" y="1356"/>
                    <a:pt x="1619" y="1346"/>
                  </a:cubicBezTo>
                  <a:cubicBezTo>
                    <a:pt x="1627" y="1337"/>
                    <a:pt x="1632" y="1325"/>
                    <a:pt x="1632" y="1311"/>
                  </a:cubicBezTo>
                  <a:cubicBezTo>
                    <a:pt x="1632" y="1251"/>
                    <a:pt x="1632" y="1251"/>
                    <a:pt x="1632" y="1251"/>
                  </a:cubicBezTo>
                  <a:cubicBezTo>
                    <a:pt x="1632" y="1223"/>
                    <a:pt x="1611" y="1199"/>
                    <a:pt x="1584" y="1193"/>
                  </a:cubicBezTo>
                  <a:cubicBezTo>
                    <a:pt x="1584" y="1190"/>
                    <a:pt x="1586" y="1185"/>
                    <a:pt x="1586" y="1182"/>
                  </a:cubicBezTo>
                  <a:cubicBezTo>
                    <a:pt x="1586" y="1121"/>
                    <a:pt x="1586" y="1121"/>
                    <a:pt x="1586" y="1121"/>
                  </a:cubicBezTo>
                  <a:cubicBezTo>
                    <a:pt x="1586" y="1117"/>
                    <a:pt x="1584" y="1114"/>
                    <a:pt x="1584" y="1110"/>
                  </a:cubicBezTo>
                  <a:cubicBezTo>
                    <a:pt x="1611" y="1104"/>
                    <a:pt x="1632" y="1081"/>
                    <a:pt x="1632" y="1053"/>
                  </a:cubicBezTo>
                  <a:cubicBezTo>
                    <a:pt x="1632" y="991"/>
                    <a:pt x="1632" y="991"/>
                    <a:pt x="1632" y="991"/>
                  </a:cubicBezTo>
                  <a:cubicBezTo>
                    <a:pt x="1632" y="988"/>
                    <a:pt x="1630" y="985"/>
                    <a:pt x="1630" y="982"/>
                  </a:cubicBezTo>
                  <a:cubicBezTo>
                    <a:pt x="1659" y="977"/>
                    <a:pt x="1682" y="953"/>
                    <a:pt x="1682" y="922"/>
                  </a:cubicBezTo>
                  <a:cubicBezTo>
                    <a:pt x="1682" y="862"/>
                    <a:pt x="1682" y="862"/>
                    <a:pt x="1682" y="862"/>
                  </a:cubicBezTo>
                  <a:cubicBezTo>
                    <a:pt x="1682" y="830"/>
                    <a:pt x="1657" y="804"/>
                    <a:pt x="1626" y="803"/>
                  </a:cubicBezTo>
                  <a:moveTo>
                    <a:pt x="1536" y="664"/>
                  </a:moveTo>
                  <a:lnTo>
                    <a:pt x="1536" y="664"/>
                  </a:lnTo>
                  <a:cubicBezTo>
                    <a:pt x="1536" y="668"/>
                    <a:pt x="1532" y="673"/>
                    <a:pt x="1526" y="673"/>
                  </a:cubicBezTo>
                  <a:cubicBezTo>
                    <a:pt x="922" y="673"/>
                    <a:pt x="922" y="673"/>
                    <a:pt x="922" y="673"/>
                  </a:cubicBezTo>
                  <a:cubicBezTo>
                    <a:pt x="916" y="673"/>
                    <a:pt x="912" y="668"/>
                    <a:pt x="912" y="664"/>
                  </a:cubicBezTo>
                  <a:cubicBezTo>
                    <a:pt x="912" y="603"/>
                    <a:pt x="912" y="603"/>
                    <a:pt x="912" y="603"/>
                  </a:cubicBezTo>
                  <a:cubicBezTo>
                    <a:pt x="912" y="597"/>
                    <a:pt x="916" y="593"/>
                    <a:pt x="922" y="593"/>
                  </a:cubicBezTo>
                  <a:cubicBezTo>
                    <a:pt x="956" y="593"/>
                    <a:pt x="956" y="593"/>
                    <a:pt x="956" y="593"/>
                  </a:cubicBezTo>
                  <a:cubicBezTo>
                    <a:pt x="956" y="617"/>
                    <a:pt x="956" y="617"/>
                    <a:pt x="956" y="617"/>
                  </a:cubicBezTo>
                  <a:cubicBezTo>
                    <a:pt x="956" y="630"/>
                    <a:pt x="967" y="641"/>
                    <a:pt x="980" y="641"/>
                  </a:cubicBezTo>
                  <a:cubicBezTo>
                    <a:pt x="994" y="641"/>
                    <a:pt x="1005" y="630"/>
                    <a:pt x="1005" y="617"/>
                  </a:cubicBezTo>
                  <a:cubicBezTo>
                    <a:pt x="1005" y="593"/>
                    <a:pt x="1005" y="593"/>
                    <a:pt x="1005" y="593"/>
                  </a:cubicBezTo>
                  <a:cubicBezTo>
                    <a:pt x="1077" y="593"/>
                    <a:pt x="1077" y="593"/>
                    <a:pt x="1077" y="593"/>
                  </a:cubicBezTo>
                  <a:cubicBezTo>
                    <a:pt x="1077" y="617"/>
                    <a:pt x="1077" y="617"/>
                    <a:pt x="1077" y="617"/>
                  </a:cubicBezTo>
                  <a:cubicBezTo>
                    <a:pt x="1077" y="630"/>
                    <a:pt x="1088" y="641"/>
                    <a:pt x="1102" y="641"/>
                  </a:cubicBezTo>
                  <a:cubicBezTo>
                    <a:pt x="1115" y="641"/>
                    <a:pt x="1127" y="630"/>
                    <a:pt x="1127" y="617"/>
                  </a:cubicBezTo>
                  <a:cubicBezTo>
                    <a:pt x="1127" y="593"/>
                    <a:pt x="1127" y="593"/>
                    <a:pt x="1127" y="593"/>
                  </a:cubicBezTo>
                  <a:cubicBezTo>
                    <a:pt x="1200" y="593"/>
                    <a:pt x="1200" y="593"/>
                    <a:pt x="1200" y="593"/>
                  </a:cubicBezTo>
                  <a:cubicBezTo>
                    <a:pt x="1200" y="617"/>
                    <a:pt x="1200" y="617"/>
                    <a:pt x="1200" y="617"/>
                  </a:cubicBezTo>
                  <a:cubicBezTo>
                    <a:pt x="1200" y="630"/>
                    <a:pt x="1211" y="641"/>
                    <a:pt x="1224" y="641"/>
                  </a:cubicBezTo>
                  <a:cubicBezTo>
                    <a:pt x="1237" y="641"/>
                    <a:pt x="1249" y="630"/>
                    <a:pt x="1249" y="617"/>
                  </a:cubicBezTo>
                  <a:cubicBezTo>
                    <a:pt x="1249" y="593"/>
                    <a:pt x="1249" y="593"/>
                    <a:pt x="1249" y="593"/>
                  </a:cubicBezTo>
                  <a:cubicBezTo>
                    <a:pt x="1322" y="593"/>
                    <a:pt x="1322" y="593"/>
                    <a:pt x="1322" y="593"/>
                  </a:cubicBezTo>
                  <a:cubicBezTo>
                    <a:pt x="1322" y="617"/>
                    <a:pt x="1322" y="617"/>
                    <a:pt x="1322" y="617"/>
                  </a:cubicBezTo>
                  <a:cubicBezTo>
                    <a:pt x="1322" y="630"/>
                    <a:pt x="1332" y="641"/>
                    <a:pt x="1346" y="641"/>
                  </a:cubicBezTo>
                  <a:cubicBezTo>
                    <a:pt x="1360" y="641"/>
                    <a:pt x="1371" y="630"/>
                    <a:pt x="1371" y="617"/>
                  </a:cubicBezTo>
                  <a:cubicBezTo>
                    <a:pt x="1371" y="593"/>
                    <a:pt x="1371" y="593"/>
                    <a:pt x="1371" y="593"/>
                  </a:cubicBezTo>
                  <a:cubicBezTo>
                    <a:pt x="1443" y="593"/>
                    <a:pt x="1443" y="593"/>
                    <a:pt x="1443" y="593"/>
                  </a:cubicBezTo>
                  <a:cubicBezTo>
                    <a:pt x="1443" y="617"/>
                    <a:pt x="1443" y="617"/>
                    <a:pt x="1443" y="617"/>
                  </a:cubicBezTo>
                  <a:cubicBezTo>
                    <a:pt x="1443" y="630"/>
                    <a:pt x="1454" y="641"/>
                    <a:pt x="1468" y="641"/>
                  </a:cubicBezTo>
                  <a:cubicBezTo>
                    <a:pt x="1481" y="641"/>
                    <a:pt x="1492" y="630"/>
                    <a:pt x="1492" y="617"/>
                  </a:cubicBezTo>
                  <a:cubicBezTo>
                    <a:pt x="1492" y="593"/>
                    <a:pt x="1492" y="593"/>
                    <a:pt x="1492" y="593"/>
                  </a:cubicBezTo>
                  <a:cubicBezTo>
                    <a:pt x="1526" y="593"/>
                    <a:pt x="1526" y="593"/>
                    <a:pt x="1526" y="593"/>
                  </a:cubicBezTo>
                  <a:cubicBezTo>
                    <a:pt x="1532" y="593"/>
                    <a:pt x="1536" y="597"/>
                    <a:pt x="1536" y="603"/>
                  </a:cubicBezTo>
                  <a:lnTo>
                    <a:pt x="1536" y="664"/>
                  </a:lnTo>
                  <a:moveTo>
                    <a:pt x="1564" y="343"/>
                  </a:moveTo>
                  <a:lnTo>
                    <a:pt x="1564" y="343"/>
                  </a:lnTo>
                  <a:cubicBezTo>
                    <a:pt x="1564" y="404"/>
                    <a:pt x="1564" y="404"/>
                    <a:pt x="1564" y="404"/>
                  </a:cubicBezTo>
                  <a:cubicBezTo>
                    <a:pt x="1564" y="410"/>
                    <a:pt x="1559" y="414"/>
                    <a:pt x="1554" y="414"/>
                  </a:cubicBezTo>
                  <a:cubicBezTo>
                    <a:pt x="949" y="414"/>
                    <a:pt x="949" y="414"/>
                    <a:pt x="949" y="414"/>
                  </a:cubicBezTo>
                  <a:lnTo>
                    <a:pt x="949" y="414"/>
                  </a:lnTo>
                  <a:cubicBezTo>
                    <a:pt x="944" y="414"/>
                    <a:pt x="939" y="410"/>
                    <a:pt x="939" y="404"/>
                  </a:cubicBezTo>
                  <a:cubicBezTo>
                    <a:pt x="939" y="343"/>
                    <a:pt x="939" y="343"/>
                    <a:pt x="939" y="343"/>
                  </a:cubicBezTo>
                  <a:cubicBezTo>
                    <a:pt x="939" y="338"/>
                    <a:pt x="944" y="333"/>
                    <a:pt x="949" y="333"/>
                  </a:cubicBezTo>
                  <a:cubicBezTo>
                    <a:pt x="983" y="333"/>
                    <a:pt x="983" y="333"/>
                    <a:pt x="983" y="333"/>
                  </a:cubicBezTo>
                  <a:cubicBezTo>
                    <a:pt x="983" y="357"/>
                    <a:pt x="983" y="357"/>
                    <a:pt x="983" y="357"/>
                  </a:cubicBezTo>
                  <a:cubicBezTo>
                    <a:pt x="983" y="370"/>
                    <a:pt x="994" y="381"/>
                    <a:pt x="1007" y="381"/>
                  </a:cubicBezTo>
                  <a:cubicBezTo>
                    <a:pt x="1021" y="381"/>
                    <a:pt x="1032" y="370"/>
                    <a:pt x="1032" y="357"/>
                  </a:cubicBezTo>
                  <a:cubicBezTo>
                    <a:pt x="1032" y="333"/>
                    <a:pt x="1032" y="333"/>
                    <a:pt x="1032" y="333"/>
                  </a:cubicBezTo>
                  <a:cubicBezTo>
                    <a:pt x="1105" y="333"/>
                    <a:pt x="1105" y="333"/>
                    <a:pt x="1105" y="333"/>
                  </a:cubicBezTo>
                  <a:cubicBezTo>
                    <a:pt x="1105" y="357"/>
                    <a:pt x="1105" y="357"/>
                    <a:pt x="1105" y="357"/>
                  </a:cubicBezTo>
                  <a:cubicBezTo>
                    <a:pt x="1105" y="370"/>
                    <a:pt x="1115" y="381"/>
                    <a:pt x="1130" y="381"/>
                  </a:cubicBezTo>
                  <a:cubicBezTo>
                    <a:pt x="1143" y="381"/>
                    <a:pt x="1154" y="370"/>
                    <a:pt x="1154" y="357"/>
                  </a:cubicBezTo>
                  <a:cubicBezTo>
                    <a:pt x="1154" y="333"/>
                    <a:pt x="1154" y="333"/>
                    <a:pt x="1154" y="333"/>
                  </a:cubicBezTo>
                  <a:cubicBezTo>
                    <a:pt x="1227" y="333"/>
                    <a:pt x="1227" y="333"/>
                    <a:pt x="1227" y="333"/>
                  </a:cubicBezTo>
                  <a:cubicBezTo>
                    <a:pt x="1227" y="357"/>
                    <a:pt x="1227" y="357"/>
                    <a:pt x="1227" y="357"/>
                  </a:cubicBezTo>
                  <a:cubicBezTo>
                    <a:pt x="1227" y="370"/>
                    <a:pt x="1238" y="381"/>
                    <a:pt x="1251" y="381"/>
                  </a:cubicBezTo>
                  <a:cubicBezTo>
                    <a:pt x="1266" y="381"/>
                    <a:pt x="1277" y="370"/>
                    <a:pt x="1277" y="357"/>
                  </a:cubicBezTo>
                  <a:cubicBezTo>
                    <a:pt x="1277" y="333"/>
                    <a:pt x="1277" y="333"/>
                    <a:pt x="1277" y="333"/>
                  </a:cubicBezTo>
                  <a:cubicBezTo>
                    <a:pt x="1349" y="333"/>
                    <a:pt x="1349" y="333"/>
                    <a:pt x="1349" y="333"/>
                  </a:cubicBezTo>
                  <a:cubicBezTo>
                    <a:pt x="1349" y="357"/>
                    <a:pt x="1349" y="357"/>
                    <a:pt x="1349" y="357"/>
                  </a:cubicBezTo>
                  <a:cubicBezTo>
                    <a:pt x="1349" y="370"/>
                    <a:pt x="1360" y="381"/>
                    <a:pt x="1373" y="381"/>
                  </a:cubicBezTo>
                  <a:cubicBezTo>
                    <a:pt x="1387" y="381"/>
                    <a:pt x="1398" y="370"/>
                    <a:pt x="1398" y="357"/>
                  </a:cubicBezTo>
                  <a:cubicBezTo>
                    <a:pt x="1398" y="333"/>
                    <a:pt x="1398" y="333"/>
                    <a:pt x="1398" y="333"/>
                  </a:cubicBezTo>
                  <a:cubicBezTo>
                    <a:pt x="1470" y="333"/>
                    <a:pt x="1470" y="333"/>
                    <a:pt x="1470" y="333"/>
                  </a:cubicBezTo>
                  <a:cubicBezTo>
                    <a:pt x="1470" y="357"/>
                    <a:pt x="1470" y="357"/>
                    <a:pt x="1470" y="357"/>
                  </a:cubicBezTo>
                  <a:cubicBezTo>
                    <a:pt x="1470" y="370"/>
                    <a:pt x="1481" y="381"/>
                    <a:pt x="1496" y="381"/>
                  </a:cubicBezTo>
                  <a:cubicBezTo>
                    <a:pt x="1509" y="381"/>
                    <a:pt x="1520" y="370"/>
                    <a:pt x="1520" y="357"/>
                  </a:cubicBezTo>
                  <a:cubicBezTo>
                    <a:pt x="1520" y="333"/>
                    <a:pt x="1520" y="333"/>
                    <a:pt x="1520" y="333"/>
                  </a:cubicBezTo>
                  <a:cubicBezTo>
                    <a:pt x="1554" y="333"/>
                    <a:pt x="1554" y="333"/>
                    <a:pt x="1554" y="333"/>
                  </a:cubicBezTo>
                  <a:cubicBezTo>
                    <a:pt x="1559" y="333"/>
                    <a:pt x="1564" y="338"/>
                    <a:pt x="1564" y="343"/>
                  </a:cubicBezTo>
                  <a:moveTo>
                    <a:pt x="857" y="274"/>
                  </a:moveTo>
                  <a:lnTo>
                    <a:pt x="857" y="274"/>
                  </a:lnTo>
                  <a:cubicBezTo>
                    <a:pt x="857" y="214"/>
                    <a:pt x="857" y="214"/>
                    <a:pt x="857" y="214"/>
                  </a:cubicBezTo>
                  <a:cubicBezTo>
                    <a:pt x="857" y="208"/>
                    <a:pt x="861" y="204"/>
                    <a:pt x="867" y="204"/>
                  </a:cubicBezTo>
                  <a:cubicBezTo>
                    <a:pt x="901" y="204"/>
                    <a:pt x="901" y="204"/>
                    <a:pt x="901" y="204"/>
                  </a:cubicBezTo>
                  <a:cubicBezTo>
                    <a:pt x="901" y="228"/>
                    <a:pt x="901" y="228"/>
                    <a:pt x="901" y="228"/>
                  </a:cubicBezTo>
                  <a:cubicBezTo>
                    <a:pt x="901" y="241"/>
                    <a:pt x="912" y="252"/>
                    <a:pt x="925" y="252"/>
                  </a:cubicBezTo>
                  <a:cubicBezTo>
                    <a:pt x="939" y="252"/>
                    <a:pt x="950" y="241"/>
                    <a:pt x="950" y="228"/>
                  </a:cubicBezTo>
                  <a:cubicBezTo>
                    <a:pt x="950" y="204"/>
                    <a:pt x="950" y="204"/>
                    <a:pt x="950" y="204"/>
                  </a:cubicBezTo>
                  <a:cubicBezTo>
                    <a:pt x="1022" y="204"/>
                    <a:pt x="1022" y="204"/>
                    <a:pt x="1022" y="204"/>
                  </a:cubicBezTo>
                  <a:cubicBezTo>
                    <a:pt x="1022" y="228"/>
                    <a:pt x="1022" y="228"/>
                    <a:pt x="1022" y="228"/>
                  </a:cubicBezTo>
                  <a:cubicBezTo>
                    <a:pt x="1022" y="241"/>
                    <a:pt x="1033" y="252"/>
                    <a:pt x="1047" y="252"/>
                  </a:cubicBezTo>
                  <a:cubicBezTo>
                    <a:pt x="1061" y="252"/>
                    <a:pt x="1072" y="241"/>
                    <a:pt x="1072" y="228"/>
                  </a:cubicBezTo>
                  <a:cubicBezTo>
                    <a:pt x="1072" y="204"/>
                    <a:pt x="1072" y="204"/>
                    <a:pt x="1072" y="204"/>
                  </a:cubicBezTo>
                  <a:cubicBezTo>
                    <a:pt x="1144" y="204"/>
                    <a:pt x="1144" y="204"/>
                    <a:pt x="1144" y="204"/>
                  </a:cubicBezTo>
                  <a:cubicBezTo>
                    <a:pt x="1144" y="228"/>
                    <a:pt x="1144" y="228"/>
                    <a:pt x="1144" y="228"/>
                  </a:cubicBezTo>
                  <a:cubicBezTo>
                    <a:pt x="1144" y="241"/>
                    <a:pt x="1155" y="252"/>
                    <a:pt x="1169" y="252"/>
                  </a:cubicBezTo>
                  <a:cubicBezTo>
                    <a:pt x="1182" y="252"/>
                    <a:pt x="1193" y="241"/>
                    <a:pt x="1193" y="228"/>
                  </a:cubicBezTo>
                  <a:cubicBezTo>
                    <a:pt x="1193" y="204"/>
                    <a:pt x="1193" y="204"/>
                    <a:pt x="1193" y="204"/>
                  </a:cubicBezTo>
                  <a:cubicBezTo>
                    <a:pt x="1267" y="204"/>
                    <a:pt x="1267" y="204"/>
                    <a:pt x="1267" y="204"/>
                  </a:cubicBezTo>
                  <a:cubicBezTo>
                    <a:pt x="1267" y="228"/>
                    <a:pt x="1267" y="228"/>
                    <a:pt x="1267" y="228"/>
                  </a:cubicBezTo>
                  <a:cubicBezTo>
                    <a:pt x="1267" y="241"/>
                    <a:pt x="1278" y="252"/>
                    <a:pt x="1291" y="252"/>
                  </a:cubicBezTo>
                  <a:cubicBezTo>
                    <a:pt x="1305" y="252"/>
                    <a:pt x="1316" y="241"/>
                    <a:pt x="1316" y="228"/>
                  </a:cubicBezTo>
                  <a:cubicBezTo>
                    <a:pt x="1316" y="204"/>
                    <a:pt x="1316" y="204"/>
                    <a:pt x="1316" y="204"/>
                  </a:cubicBezTo>
                  <a:cubicBezTo>
                    <a:pt x="1388" y="204"/>
                    <a:pt x="1388" y="204"/>
                    <a:pt x="1388" y="204"/>
                  </a:cubicBezTo>
                  <a:cubicBezTo>
                    <a:pt x="1388" y="228"/>
                    <a:pt x="1388" y="228"/>
                    <a:pt x="1388" y="228"/>
                  </a:cubicBezTo>
                  <a:cubicBezTo>
                    <a:pt x="1388" y="241"/>
                    <a:pt x="1399" y="252"/>
                    <a:pt x="1412" y="252"/>
                  </a:cubicBezTo>
                  <a:cubicBezTo>
                    <a:pt x="1427" y="252"/>
                    <a:pt x="1438" y="241"/>
                    <a:pt x="1438" y="228"/>
                  </a:cubicBezTo>
                  <a:cubicBezTo>
                    <a:pt x="1438" y="204"/>
                    <a:pt x="1438" y="204"/>
                    <a:pt x="1438" y="204"/>
                  </a:cubicBezTo>
                  <a:cubicBezTo>
                    <a:pt x="1472" y="204"/>
                    <a:pt x="1472" y="204"/>
                    <a:pt x="1472" y="204"/>
                  </a:cubicBezTo>
                  <a:cubicBezTo>
                    <a:pt x="1477" y="204"/>
                    <a:pt x="1481" y="208"/>
                    <a:pt x="1481" y="214"/>
                  </a:cubicBezTo>
                  <a:cubicBezTo>
                    <a:pt x="1481" y="274"/>
                    <a:pt x="1481" y="274"/>
                    <a:pt x="1481" y="274"/>
                  </a:cubicBezTo>
                  <a:cubicBezTo>
                    <a:pt x="1481" y="280"/>
                    <a:pt x="1477" y="284"/>
                    <a:pt x="1472" y="284"/>
                  </a:cubicBezTo>
                  <a:lnTo>
                    <a:pt x="1470" y="284"/>
                  </a:lnTo>
                  <a:cubicBezTo>
                    <a:pt x="867" y="284"/>
                    <a:pt x="867" y="284"/>
                    <a:pt x="867" y="284"/>
                  </a:cubicBezTo>
                  <a:cubicBezTo>
                    <a:pt x="861" y="284"/>
                    <a:pt x="857" y="280"/>
                    <a:pt x="857" y="274"/>
                  </a:cubicBezTo>
                  <a:moveTo>
                    <a:pt x="861" y="473"/>
                  </a:moveTo>
                  <a:lnTo>
                    <a:pt x="861" y="473"/>
                  </a:lnTo>
                  <a:cubicBezTo>
                    <a:pt x="861" y="468"/>
                    <a:pt x="866" y="464"/>
                    <a:pt x="871" y="464"/>
                  </a:cubicBezTo>
                  <a:cubicBezTo>
                    <a:pt x="905" y="464"/>
                    <a:pt x="905" y="464"/>
                    <a:pt x="905" y="464"/>
                  </a:cubicBezTo>
                  <a:cubicBezTo>
                    <a:pt x="905" y="486"/>
                    <a:pt x="905" y="486"/>
                    <a:pt x="905" y="486"/>
                  </a:cubicBezTo>
                  <a:cubicBezTo>
                    <a:pt x="905" y="501"/>
                    <a:pt x="916" y="512"/>
                    <a:pt x="929" y="512"/>
                  </a:cubicBezTo>
                  <a:cubicBezTo>
                    <a:pt x="944" y="512"/>
                    <a:pt x="954" y="501"/>
                    <a:pt x="954" y="486"/>
                  </a:cubicBezTo>
                  <a:cubicBezTo>
                    <a:pt x="954" y="464"/>
                    <a:pt x="954" y="464"/>
                    <a:pt x="954" y="464"/>
                  </a:cubicBezTo>
                  <a:cubicBezTo>
                    <a:pt x="1027" y="464"/>
                    <a:pt x="1027" y="464"/>
                    <a:pt x="1027" y="464"/>
                  </a:cubicBezTo>
                  <a:cubicBezTo>
                    <a:pt x="1027" y="486"/>
                    <a:pt x="1027" y="486"/>
                    <a:pt x="1027" y="486"/>
                  </a:cubicBezTo>
                  <a:cubicBezTo>
                    <a:pt x="1027" y="501"/>
                    <a:pt x="1038" y="512"/>
                    <a:pt x="1052" y="512"/>
                  </a:cubicBezTo>
                  <a:cubicBezTo>
                    <a:pt x="1065" y="512"/>
                    <a:pt x="1076" y="501"/>
                    <a:pt x="1076" y="486"/>
                  </a:cubicBezTo>
                  <a:cubicBezTo>
                    <a:pt x="1076" y="464"/>
                    <a:pt x="1076" y="464"/>
                    <a:pt x="1076" y="464"/>
                  </a:cubicBezTo>
                  <a:cubicBezTo>
                    <a:pt x="1148" y="464"/>
                    <a:pt x="1148" y="464"/>
                    <a:pt x="1148" y="464"/>
                  </a:cubicBezTo>
                  <a:cubicBezTo>
                    <a:pt x="1148" y="486"/>
                    <a:pt x="1148" y="486"/>
                    <a:pt x="1148" y="486"/>
                  </a:cubicBezTo>
                  <a:cubicBezTo>
                    <a:pt x="1148" y="501"/>
                    <a:pt x="1161" y="512"/>
                    <a:pt x="1174" y="512"/>
                  </a:cubicBezTo>
                  <a:cubicBezTo>
                    <a:pt x="1187" y="512"/>
                    <a:pt x="1198" y="501"/>
                    <a:pt x="1198" y="486"/>
                  </a:cubicBezTo>
                  <a:cubicBezTo>
                    <a:pt x="1198" y="464"/>
                    <a:pt x="1198" y="464"/>
                    <a:pt x="1198" y="464"/>
                  </a:cubicBezTo>
                  <a:cubicBezTo>
                    <a:pt x="1271" y="464"/>
                    <a:pt x="1271" y="464"/>
                    <a:pt x="1271" y="464"/>
                  </a:cubicBezTo>
                  <a:cubicBezTo>
                    <a:pt x="1271" y="486"/>
                    <a:pt x="1271" y="486"/>
                    <a:pt x="1271" y="486"/>
                  </a:cubicBezTo>
                  <a:cubicBezTo>
                    <a:pt x="1271" y="501"/>
                    <a:pt x="1282" y="512"/>
                    <a:pt x="1295" y="512"/>
                  </a:cubicBezTo>
                  <a:cubicBezTo>
                    <a:pt x="1309" y="512"/>
                    <a:pt x="1320" y="501"/>
                    <a:pt x="1320" y="486"/>
                  </a:cubicBezTo>
                  <a:cubicBezTo>
                    <a:pt x="1320" y="464"/>
                    <a:pt x="1320" y="464"/>
                    <a:pt x="1320" y="464"/>
                  </a:cubicBezTo>
                  <a:cubicBezTo>
                    <a:pt x="1393" y="464"/>
                    <a:pt x="1393" y="464"/>
                    <a:pt x="1393" y="464"/>
                  </a:cubicBezTo>
                  <a:cubicBezTo>
                    <a:pt x="1393" y="486"/>
                    <a:pt x="1393" y="486"/>
                    <a:pt x="1393" y="486"/>
                  </a:cubicBezTo>
                  <a:cubicBezTo>
                    <a:pt x="1393" y="501"/>
                    <a:pt x="1404" y="512"/>
                    <a:pt x="1418" y="512"/>
                  </a:cubicBezTo>
                  <a:cubicBezTo>
                    <a:pt x="1431" y="512"/>
                    <a:pt x="1442" y="501"/>
                    <a:pt x="1442" y="486"/>
                  </a:cubicBezTo>
                  <a:cubicBezTo>
                    <a:pt x="1442" y="464"/>
                    <a:pt x="1442" y="464"/>
                    <a:pt x="1442" y="464"/>
                  </a:cubicBezTo>
                  <a:cubicBezTo>
                    <a:pt x="1476" y="464"/>
                    <a:pt x="1476" y="464"/>
                    <a:pt x="1476" y="464"/>
                  </a:cubicBezTo>
                  <a:cubicBezTo>
                    <a:pt x="1481" y="464"/>
                    <a:pt x="1486" y="468"/>
                    <a:pt x="1486" y="473"/>
                  </a:cubicBezTo>
                  <a:cubicBezTo>
                    <a:pt x="1486" y="534"/>
                    <a:pt x="1486" y="534"/>
                    <a:pt x="1486" y="534"/>
                  </a:cubicBezTo>
                  <a:cubicBezTo>
                    <a:pt x="1486" y="539"/>
                    <a:pt x="1481" y="543"/>
                    <a:pt x="1476" y="543"/>
                  </a:cubicBezTo>
                  <a:lnTo>
                    <a:pt x="1476" y="543"/>
                  </a:lnTo>
                  <a:cubicBezTo>
                    <a:pt x="871" y="543"/>
                    <a:pt x="871" y="543"/>
                    <a:pt x="871" y="543"/>
                  </a:cubicBezTo>
                  <a:cubicBezTo>
                    <a:pt x="866" y="543"/>
                    <a:pt x="861" y="539"/>
                    <a:pt x="861" y="534"/>
                  </a:cubicBezTo>
                  <a:lnTo>
                    <a:pt x="861" y="473"/>
                  </a:lnTo>
                  <a:moveTo>
                    <a:pt x="953" y="732"/>
                  </a:moveTo>
                  <a:lnTo>
                    <a:pt x="953" y="732"/>
                  </a:lnTo>
                  <a:cubicBezTo>
                    <a:pt x="953" y="726"/>
                    <a:pt x="958" y="722"/>
                    <a:pt x="963" y="722"/>
                  </a:cubicBezTo>
                  <a:lnTo>
                    <a:pt x="963" y="722"/>
                  </a:lnTo>
                  <a:cubicBezTo>
                    <a:pt x="996" y="722"/>
                    <a:pt x="996" y="722"/>
                    <a:pt x="996" y="722"/>
                  </a:cubicBezTo>
                  <a:cubicBezTo>
                    <a:pt x="996" y="746"/>
                    <a:pt x="996" y="746"/>
                    <a:pt x="996" y="746"/>
                  </a:cubicBezTo>
                  <a:cubicBezTo>
                    <a:pt x="996" y="759"/>
                    <a:pt x="1008" y="770"/>
                    <a:pt x="1021" y="770"/>
                  </a:cubicBezTo>
                  <a:cubicBezTo>
                    <a:pt x="1035" y="770"/>
                    <a:pt x="1045" y="759"/>
                    <a:pt x="1045" y="746"/>
                  </a:cubicBezTo>
                  <a:cubicBezTo>
                    <a:pt x="1045" y="722"/>
                    <a:pt x="1045" y="722"/>
                    <a:pt x="1045" y="722"/>
                  </a:cubicBezTo>
                  <a:cubicBezTo>
                    <a:pt x="1119" y="722"/>
                    <a:pt x="1119" y="722"/>
                    <a:pt x="1119" y="722"/>
                  </a:cubicBezTo>
                  <a:cubicBezTo>
                    <a:pt x="1119" y="746"/>
                    <a:pt x="1119" y="746"/>
                    <a:pt x="1119" y="746"/>
                  </a:cubicBezTo>
                  <a:cubicBezTo>
                    <a:pt x="1119" y="759"/>
                    <a:pt x="1130" y="770"/>
                    <a:pt x="1143" y="770"/>
                  </a:cubicBezTo>
                  <a:cubicBezTo>
                    <a:pt x="1157" y="770"/>
                    <a:pt x="1168" y="759"/>
                    <a:pt x="1168" y="746"/>
                  </a:cubicBezTo>
                  <a:cubicBezTo>
                    <a:pt x="1168" y="722"/>
                    <a:pt x="1168" y="722"/>
                    <a:pt x="1168" y="722"/>
                  </a:cubicBezTo>
                  <a:cubicBezTo>
                    <a:pt x="1240" y="722"/>
                    <a:pt x="1240" y="722"/>
                    <a:pt x="1240" y="722"/>
                  </a:cubicBezTo>
                  <a:cubicBezTo>
                    <a:pt x="1240" y="746"/>
                    <a:pt x="1240" y="746"/>
                    <a:pt x="1240" y="746"/>
                  </a:cubicBezTo>
                  <a:cubicBezTo>
                    <a:pt x="1240" y="759"/>
                    <a:pt x="1251" y="770"/>
                    <a:pt x="1266" y="770"/>
                  </a:cubicBezTo>
                  <a:cubicBezTo>
                    <a:pt x="1279" y="770"/>
                    <a:pt x="1290" y="759"/>
                    <a:pt x="1290" y="746"/>
                  </a:cubicBezTo>
                  <a:cubicBezTo>
                    <a:pt x="1290" y="722"/>
                    <a:pt x="1290" y="722"/>
                    <a:pt x="1290" y="722"/>
                  </a:cubicBezTo>
                  <a:cubicBezTo>
                    <a:pt x="1363" y="722"/>
                    <a:pt x="1363" y="722"/>
                    <a:pt x="1363" y="722"/>
                  </a:cubicBezTo>
                  <a:cubicBezTo>
                    <a:pt x="1363" y="746"/>
                    <a:pt x="1363" y="746"/>
                    <a:pt x="1363" y="746"/>
                  </a:cubicBezTo>
                  <a:cubicBezTo>
                    <a:pt x="1363" y="759"/>
                    <a:pt x="1374" y="770"/>
                    <a:pt x="1387" y="770"/>
                  </a:cubicBezTo>
                  <a:cubicBezTo>
                    <a:pt x="1400" y="770"/>
                    <a:pt x="1412" y="759"/>
                    <a:pt x="1412" y="746"/>
                  </a:cubicBezTo>
                  <a:cubicBezTo>
                    <a:pt x="1412" y="722"/>
                    <a:pt x="1412" y="722"/>
                    <a:pt x="1412" y="722"/>
                  </a:cubicBezTo>
                  <a:cubicBezTo>
                    <a:pt x="1485" y="722"/>
                    <a:pt x="1485" y="722"/>
                    <a:pt x="1485" y="722"/>
                  </a:cubicBezTo>
                  <a:cubicBezTo>
                    <a:pt x="1485" y="746"/>
                    <a:pt x="1485" y="746"/>
                    <a:pt x="1485" y="746"/>
                  </a:cubicBezTo>
                  <a:cubicBezTo>
                    <a:pt x="1485" y="759"/>
                    <a:pt x="1496" y="770"/>
                    <a:pt x="1509" y="770"/>
                  </a:cubicBezTo>
                  <a:cubicBezTo>
                    <a:pt x="1523" y="770"/>
                    <a:pt x="1534" y="759"/>
                    <a:pt x="1534" y="746"/>
                  </a:cubicBezTo>
                  <a:cubicBezTo>
                    <a:pt x="1534" y="722"/>
                    <a:pt x="1534" y="722"/>
                    <a:pt x="1534" y="722"/>
                  </a:cubicBezTo>
                  <a:cubicBezTo>
                    <a:pt x="1568" y="722"/>
                    <a:pt x="1568" y="722"/>
                    <a:pt x="1568" y="722"/>
                  </a:cubicBezTo>
                  <a:cubicBezTo>
                    <a:pt x="1574" y="722"/>
                    <a:pt x="1577" y="726"/>
                    <a:pt x="1577" y="732"/>
                  </a:cubicBezTo>
                  <a:cubicBezTo>
                    <a:pt x="1577" y="793"/>
                    <a:pt x="1577" y="793"/>
                    <a:pt x="1577" y="793"/>
                  </a:cubicBezTo>
                  <a:cubicBezTo>
                    <a:pt x="1577" y="799"/>
                    <a:pt x="1574" y="803"/>
                    <a:pt x="1568" y="803"/>
                  </a:cubicBezTo>
                  <a:cubicBezTo>
                    <a:pt x="1019" y="803"/>
                    <a:pt x="1019" y="803"/>
                    <a:pt x="1019" y="803"/>
                  </a:cubicBezTo>
                  <a:cubicBezTo>
                    <a:pt x="998" y="794"/>
                    <a:pt x="976" y="788"/>
                    <a:pt x="953" y="783"/>
                  </a:cubicBezTo>
                  <a:lnTo>
                    <a:pt x="953" y="732"/>
                  </a:lnTo>
                  <a:moveTo>
                    <a:pt x="759" y="932"/>
                  </a:moveTo>
                  <a:lnTo>
                    <a:pt x="759" y="932"/>
                  </a:lnTo>
                  <a:cubicBezTo>
                    <a:pt x="156" y="932"/>
                    <a:pt x="156" y="932"/>
                    <a:pt x="156" y="932"/>
                  </a:cubicBezTo>
                  <a:lnTo>
                    <a:pt x="155" y="932"/>
                  </a:lnTo>
                  <a:cubicBezTo>
                    <a:pt x="150" y="932"/>
                    <a:pt x="146" y="928"/>
                    <a:pt x="146" y="922"/>
                  </a:cubicBezTo>
                  <a:cubicBezTo>
                    <a:pt x="146" y="862"/>
                    <a:pt x="146" y="862"/>
                    <a:pt x="146" y="862"/>
                  </a:cubicBezTo>
                  <a:cubicBezTo>
                    <a:pt x="146" y="857"/>
                    <a:pt x="150" y="852"/>
                    <a:pt x="155" y="852"/>
                  </a:cubicBezTo>
                  <a:cubicBezTo>
                    <a:pt x="189" y="852"/>
                    <a:pt x="189" y="852"/>
                    <a:pt x="189" y="852"/>
                  </a:cubicBezTo>
                  <a:cubicBezTo>
                    <a:pt x="189" y="875"/>
                    <a:pt x="189" y="875"/>
                    <a:pt x="189" y="875"/>
                  </a:cubicBezTo>
                  <a:cubicBezTo>
                    <a:pt x="189" y="890"/>
                    <a:pt x="200" y="901"/>
                    <a:pt x="214" y="901"/>
                  </a:cubicBezTo>
                  <a:cubicBezTo>
                    <a:pt x="227" y="901"/>
                    <a:pt x="238" y="890"/>
                    <a:pt x="238" y="875"/>
                  </a:cubicBezTo>
                  <a:cubicBezTo>
                    <a:pt x="238" y="852"/>
                    <a:pt x="238" y="852"/>
                    <a:pt x="238" y="852"/>
                  </a:cubicBezTo>
                  <a:cubicBezTo>
                    <a:pt x="311" y="852"/>
                    <a:pt x="311" y="852"/>
                    <a:pt x="311" y="852"/>
                  </a:cubicBezTo>
                  <a:cubicBezTo>
                    <a:pt x="311" y="875"/>
                    <a:pt x="311" y="875"/>
                    <a:pt x="311" y="875"/>
                  </a:cubicBezTo>
                  <a:cubicBezTo>
                    <a:pt x="311" y="890"/>
                    <a:pt x="322" y="901"/>
                    <a:pt x="335" y="901"/>
                  </a:cubicBezTo>
                  <a:cubicBezTo>
                    <a:pt x="349" y="901"/>
                    <a:pt x="361" y="890"/>
                    <a:pt x="361" y="875"/>
                  </a:cubicBezTo>
                  <a:cubicBezTo>
                    <a:pt x="361" y="852"/>
                    <a:pt x="361" y="852"/>
                    <a:pt x="361" y="852"/>
                  </a:cubicBezTo>
                  <a:cubicBezTo>
                    <a:pt x="433" y="852"/>
                    <a:pt x="433" y="852"/>
                    <a:pt x="433" y="852"/>
                  </a:cubicBezTo>
                  <a:cubicBezTo>
                    <a:pt x="433" y="875"/>
                    <a:pt x="433" y="875"/>
                    <a:pt x="433" y="875"/>
                  </a:cubicBezTo>
                  <a:cubicBezTo>
                    <a:pt x="433" y="890"/>
                    <a:pt x="444" y="901"/>
                    <a:pt x="457" y="901"/>
                  </a:cubicBezTo>
                  <a:cubicBezTo>
                    <a:pt x="471" y="901"/>
                    <a:pt x="482" y="890"/>
                    <a:pt x="482" y="875"/>
                  </a:cubicBezTo>
                  <a:cubicBezTo>
                    <a:pt x="482" y="852"/>
                    <a:pt x="482" y="852"/>
                    <a:pt x="482" y="852"/>
                  </a:cubicBezTo>
                  <a:cubicBezTo>
                    <a:pt x="555" y="852"/>
                    <a:pt x="555" y="852"/>
                    <a:pt x="555" y="852"/>
                  </a:cubicBezTo>
                  <a:cubicBezTo>
                    <a:pt x="555" y="875"/>
                    <a:pt x="555" y="875"/>
                    <a:pt x="555" y="875"/>
                  </a:cubicBezTo>
                  <a:cubicBezTo>
                    <a:pt x="555" y="890"/>
                    <a:pt x="566" y="901"/>
                    <a:pt x="580" y="901"/>
                  </a:cubicBezTo>
                  <a:cubicBezTo>
                    <a:pt x="593" y="901"/>
                    <a:pt x="604" y="890"/>
                    <a:pt x="604" y="875"/>
                  </a:cubicBezTo>
                  <a:cubicBezTo>
                    <a:pt x="604" y="852"/>
                    <a:pt x="604" y="852"/>
                    <a:pt x="604" y="852"/>
                  </a:cubicBezTo>
                  <a:cubicBezTo>
                    <a:pt x="677" y="852"/>
                    <a:pt x="677" y="852"/>
                    <a:pt x="677" y="852"/>
                  </a:cubicBezTo>
                  <a:cubicBezTo>
                    <a:pt x="677" y="875"/>
                    <a:pt x="677" y="875"/>
                    <a:pt x="677" y="875"/>
                  </a:cubicBezTo>
                  <a:cubicBezTo>
                    <a:pt x="677" y="890"/>
                    <a:pt x="688" y="901"/>
                    <a:pt x="701" y="901"/>
                  </a:cubicBezTo>
                  <a:cubicBezTo>
                    <a:pt x="716" y="901"/>
                    <a:pt x="727" y="890"/>
                    <a:pt x="727" y="875"/>
                  </a:cubicBezTo>
                  <a:cubicBezTo>
                    <a:pt x="727" y="852"/>
                    <a:pt x="727" y="852"/>
                    <a:pt x="727" y="852"/>
                  </a:cubicBezTo>
                  <a:cubicBezTo>
                    <a:pt x="759" y="852"/>
                    <a:pt x="759" y="852"/>
                    <a:pt x="759" y="852"/>
                  </a:cubicBezTo>
                  <a:cubicBezTo>
                    <a:pt x="765" y="852"/>
                    <a:pt x="769" y="857"/>
                    <a:pt x="769" y="862"/>
                  </a:cubicBezTo>
                  <a:cubicBezTo>
                    <a:pt x="769" y="922"/>
                    <a:pt x="769" y="922"/>
                    <a:pt x="769" y="922"/>
                  </a:cubicBezTo>
                  <a:cubicBezTo>
                    <a:pt x="769" y="928"/>
                    <a:pt x="765" y="932"/>
                    <a:pt x="759" y="932"/>
                  </a:cubicBezTo>
                  <a:moveTo>
                    <a:pt x="90" y="362"/>
                  </a:moveTo>
                  <a:lnTo>
                    <a:pt x="90" y="362"/>
                  </a:lnTo>
                  <a:cubicBezTo>
                    <a:pt x="90" y="190"/>
                    <a:pt x="230" y="49"/>
                    <a:pt x="402" y="49"/>
                  </a:cubicBezTo>
                  <a:cubicBezTo>
                    <a:pt x="574" y="49"/>
                    <a:pt x="715" y="190"/>
                    <a:pt x="715" y="362"/>
                  </a:cubicBezTo>
                  <a:cubicBezTo>
                    <a:pt x="715" y="534"/>
                    <a:pt x="574" y="673"/>
                    <a:pt x="402" y="673"/>
                  </a:cubicBezTo>
                  <a:cubicBezTo>
                    <a:pt x="230" y="673"/>
                    <a:pt x="90" y="534"/>
                    <a:pt x="90" y="362"/>
                  </a:cubicBezTo>
                  <a:moveTo>
                    <a:pt x="146" y="732"/>
                  </a:moveTo>
                  <a:lnTo>
                    <a:pt x="146" y="732"/>
                  </a:lnTo>
                  <a:cubicBezTo>
                    <a:pt x="146" y="726"/>
                    <a:pt x="150" y="722"/>
                    <a:pt x="155" y="722"/>
                  </a:cubicBezTo>
                  <a:cubicBezTo>
                    <a:pt x="189" y="722"/>
                    <a:pt x="189" y="722"/>
                    <a:pt x="189" y="722"/>
                  </a:cubicBezTo>
                  <a:cubicBezTo>
                    <a:pt x="189" y="746"/>
                    <a:pt x="189" y="746"/>
                    <a:pt x="189" y="746"/>
                  </a:cubicBezTo>
                  <a:cubicBezTo>
                    <a:pt x="189" y="759"/>
                    <a:pt x="200" y="770"/>
                    <a:pt x="214" y="770"/>
                  </a:cubicBezTo>
                  <a:cubicBezTo>
                    <a:pt x="227" y="770"/>
                    <a:pt x="238" y="759"/>
                    <a:pt x="238" y="746"/>
                  </a:cubicBezTo>
                  <a:cubicBezTo>
                    <a:pt x="238" y="722"/>
                    <a:pt x="238" y="722"/>
                    <a:pt x="238" y="722"/>
                  </a:cubicBezTo>
                  <a:cubicBezTo>
                    <a:pt x="311" y="722"/>
                    <a:pt x="311" y="722"/>
                    <a:pt x="311" y="722"/>
                  </a:cubicBezTo>
                  <a:cubicBezTo>
                    <a:pt x="311" y="746"/>
                    <a:pt x="311" y="746"/>
                    <a:pt x="311" y="746"/>
                  </a:cubicBezTo>
                  <a:cubicBezTo>
                    <a:pt x="311" y="759"/>
                    <a:pt x="322" y="770"/>
                    <a:pt x="335" y="770"/>
                  </a:cubicBezTo>
                  <a:cubicBezTo>
                    <a:pt x="349" y="770"/>
                    <a:pt x="361" y="759"/>
                    <a:pt x="361" y="746"/>
                  </a:cubicBezTo>
                  <a:cubicBezTo>
                    <a:pt x="361" y="722"/>
                    <a:pt x="361" y="722"/>
                    <a:pt x="361" y="722"/>
                  </a:cubicBezTo>
                  <a:cubicBezTo>
                    <a:pt x="433" y="722"/>
                    <a:pt x="433" y="722"/>
                    <a:pt x="433" y="722"/>
                  </a:cubicBezTo>
                  <a:cubicBezTo>
                    <a:pt x="433" y="746"/>
                    <a:pt x="433" y="746"/>
                    <a:pt x="433" y="746"/>
                  </a:cubicBezTo>
                  <a:cubicBezTo>
                    <a:pt x="433" y="759"/>
                    <a:pt x="444" y="770"/>
                    <a:pt x="457" y="770"/>
                  </a:cubicBezTo>
                  <a:cubicBezTo>
                    <a:pt x="471" y="770"/>
                    <a:pt x="482" y="759"/>
                    <a:pt x="482" y="746"/>
                  </a:cubicBezTo>
                  <a:cubicBezTo>
                    <a:pt x="482" y="722"/>
                    <a:pt x="482" y="722"/>
                    <a:pt x="482" y="722"/>
                  </a:cubicBezTo>
                  <a:cubicBezTo>
                    <a:pt x="555" y="722"/>
                    <a:pt x="555" y="722"/>
                    <a:pt x="555" y="722"/>
                  </a:cubicBezTo>
                  <a:cubicBezTo>
                    <a:pt x="555" y="746"/>
                    <a:pt x="555" y="746"/>
                    <a:pt x="555" y="746"/>
                  </a:cubicBezTo>
                  <a:cubicBezTo>
                    <a:pt x="555" y="759"/>
                    <a:pt x="566" y="770"/>
                    <a:pt x="580" y="770"/>
                  </a:cubicBezTo>
                  <a:cubicBezTo>
                    <a:pt x="593" y="770"/>
                    <a:pt x="604" y="759"/>
                    <a:pt x="604" y="746"/>
                  </a:cubicBezTo>
                  <a:cubicBezTo>
                    <a:pt x="604" y="722"/>
                    <a:pt x="604" y="722"/>
                    <a:pt x="604" y="722"/>
                  </a:cubicBezTo>
                  <a:cubicBezTo>
                    <a:pt x="677" y="722"/>
                    <a:pt x="677" y="722"/>
                    <a:pt x="677" y="722"/>
                  </a:cubicBezTo>
                  <a:cubicBezTo>
                    <a:pt x="677" y="746"/>
                    <a:pt x="677" y="746"/>
                    <a:pt x="677" y="746"/>
                  </a:cubicBezTo>
                  <a:cubicBezTo>
                    <a:pt x="677" y="759"/>
                    <a:pt x="688" y="770"/>
                    <a:pt x="701" y="770"/>
                  </a:cubicBezTo>
                  <a:cubicBezTo>
                    <a:pt x="716" y="770"/>
                    <a:pt x="727" y="759"/>
                    <a:pt x="727" y="746"/>
                  </a:cubicBezTo>
                  <a:cubicBezTo>
                    <a:pt x="727" y="722"/>
                    <a:pt x="727" y="722"/>
                    <a:pt x="727" y="722"/>
                  </a:cubicBezTo>
                  <a:cubicBezTo>
                    <a:pt x="759" y="722"/>
                    <a:pt x="759" y="722"/>
                    <a:pt x="759" y="722"/>
                  </a:cubicBezTo>
                  <a:cubicBezTo>
                    <a:pt x="765" y="722"/>
                    <a:pt x="769" y="726"/>
                    <a:pt x="769" y="732"/>
                  </a:cubicBezTo>
                  <a:cubicBezTo>
                    <a:pt x="769" y="793"/>
                    <a:pt x="769" y="793"/>
                    <a:pt x="769" y="793"/>
                  </a:cubicBezTo>
                  <a:cubicBezTo>
                    <a:pt x="769" y="799"/>
                    <a:pt x="765" y="803"/>
                    <a:pt x="759" y="803"/>
                  </a:cubicBezTo>
                  <a:lnTo>
                    <a:pt x="759" y="803"/>
                  </a:lnTo>
                  <a:cubicBezTo>
                    <a:pt x="156" y="803"/>
                    <a:pt x="156" y="803"/>
                    <a:pt x="156" y="803"/>
                  </a:cubicBezTo>
                  <a:lnTo>
                    <a:pt x="155" y="803"/>
                  </a:lnTo>
                  <a:cubicBezTo>
                    <a:pt x="150" y="803"/>
                    <a:pt x="146" y="799"/>
                    <a:pt x="146" y="793"/>
                  </a:cubicBezTo>
                  <a:lnTo>
                    <a:pt x="146" y="732"/>
                  </a:lnTo>
                  <a:moveTo>
                    <a:pt x="95" y="991"/>
                  </a:moveTo>
                  <a:lnTo>
                    <a:pt x="95" y="991"/>
                  </a:lnTo>
                  <a:cubicBezTo>
                    <a:pt x="95" y="986"/>
                    <a:pt x="100" y="982"/>
                    <a:pt x="104" y="982"/>
                  </a:cubicBezTo>
                  <a:cubicBezTo>
                    <a:pt x="138" y="982"/>
                    <a:pt x="138" y="982"/>
                    <a:pt x="138" y="982"/>
                  </a:cubicBezTo>
                  <a:cubicBezTo>
                    <a:pt x="138" y="1006"/>
                    <a:pt x="138" y="1006"/>
                    <a:pt x="138" y="1006"/>
                  </a:cubicBezTo>
                  <a:cubicBezTo>
                    <a:pt x="138" y="1019"/>
                    <a:pt x="149" y="1030"/>
                    <a:pt x="163" y="1030"/>
                  </a:cubicBezTo>
                  <a:cubicBezTo>
                    <a:pt x="177" y="1030"/>
                    <a:pt x="188" y="1019"/>
                    <a:pt x="188" y="1006"/>
                  </a:cubicBezTo>
                  <a:cubicBezTo>
                    <a:pt x="188" y="982"/>
                    <a:pt x="188" y="982"/>
                    <a:pt x="188" y="982"/>
                  </a:cubicBezTo>
                  <a:cubicBezTo>
                    <a:pt x="261" y="982"/>
                    <a:pt x="261" y="982"/>
                    <a:pt x="261" y="982"/>
                  </a:cubicBezTo>
                  <a:cubicBezTo>
                    <a:pt x="261" y="1006"/>
                    <a:pt x="261" y="1006"/>
                    <a:pt x="261" y="1006"/>
                  </a:cubicBezTo>
                  <a:cubicBezTo>
                    <a:pt x="261" y="1019"/>
                    <a:pt x="272" y="1030"/>
                    <a:pt x="285" y="1030"/>
                  </a:cubicBezTo>
                  <a:cubicBezTo>
                    <a:pt x="298" y="1030"/>
                    <a:pt x="310" y="1019"/>
                    <a:pt x="310" y="1006"/>
                  </a:cubicBezTo>
                  <a:cubicBezTo>
                    <a:pt x="310" y="982"/>
                    <a:pt x="310" y="982"/>
                    <a:pt x="310" y="982"/>
                  </a:cubicBezTo>
                  <a:cubicBezTo>
                    <a:pt x="383" y="982"/>
                    <a:pt x="383" y="982"/>
                    <a:pt x="383" y="982"/>
                  </a:cubicBezTo>
                  <a:cubicBezTo>
                    <a:pt x="383" y="1006"/>
                    <a:pt x="383" y="1006"/>
                    <a:pt x="383" y="1006"/>
                  </a:cubicBezTo>
                  <a:cubicBezTo>
                    <a:pt x="383" y="1019"/>
                    <a:pt x="393" y="1030"/>
                    <a:pt x="407" y="1030"/>
                  </a:cubicBezTo>
                  <a:cubicBezTo>
                    <a:pt x="421" y="1030"/>
                    <a:pt x="432" y="1019"/>
                    <a:pt x="432" y="1006"/>
                  </a:cubicBezTo>
                  <a:cubicBezTo>
                    <a:pt x="432" y="982"/>
                    <a:pt x="432" y="982"/>
                    <a:pt x="432" y="982"/>
                  </a:cubicBezTo>
                  <a:cubicBezTo>
                    <a:pt x="504" y="982"/>
                    <a:pt x="504" y="982"/>
                    <a:pt x="504" y="982"/>
                  </a:cubicBezTo>
                  <a:cubicBezTo>
                    <a:pt x="504" y="1006"/>
                    <a:pt x="504" y="1006"/>
                    <a:pt x="504" y="1006"/>
                  </a:cubicBezTo>
                  <a:cubicBezTo>
                    <a:pt x="504" y="1019"/>
                    <a:pt x="515" y="1030"/>
                    <a:pt x="529" y="1030"/>
                  </a:cubicBezTo>
                  <a:cubicBezTo>
                    <a:pt x="542" y="1030"/>
                    <a:pt x="553" y="1019"/>
                    <a:pt x="553" y="1006"/>
                  </a:cubicBezTo>
                  <a:cubicBezTo>
                    <a:pt x="553" y="982"/>
                    <a:pt x="553" y="982"/>
                    <a:pt x="553" y="982"/>
                  </a:cubicBezTo>
                  <a:cubicBezTo>
                    <a:pt x="627" y="982"/>
                    <a:pt x="627" y="982"/>
                    <a:pt x="627" y="982"/>
                  </a:cubicBezTo>
                  <a:cubicBezTo>
                    <a:pt x="627" y="1006"/>
                    <a:pt x="627" y="1006"/>
                    <a:pt x="627" y="1006"/>
                  </a:cubicBezTo>
                  <a:cubicBezTo>
                    <a:pt x="627" y="1019"/>
                    <a:pt x="638" y="1030"/>
                    <a:pt x="651" y="1030"/>
                  </a:cubicBezTo>
                  <a:cubicBezTo>
                    <a:pt x="664" y="1030"/>
                    <a:pt x="676" y="1019"/>
                    <a:pt x="676" y="1006"/>
                  </a:cubicBezTo>
                  <a:cubicBezTo>
                    <a:pt x="676" y="982"/>
                    <a:pt x="676" y="982"/>
                    <a:pt x="676" y="982"/>
                  </a:cubicBezTo>
                  <a:cubicBezTo>
                    <a:pt x="709" y="982"/>
                    <a:pt x="709" y="982"/>
                    <a:pt x="709" y="982"/>
                  </a:cubicBezTo>
                  <a:cubicBezTo>
                    <a:pt x="715" y="982"/>
                    <a:pt x="719" y="986"/>
                    <a:pt x="719" y="991"/>
                  </a:cubicBezTo>
                  <a:cubicBezTo>
                    <a:pt x="719" y="1053"/>
                    <a:pt x="719" y="1053"/>
                    <a:pt x="719" y="1053"/>
                  </a:cubicBezTo>
                  <a:cubicBezTo>
                    <a:pt x="719" y="1058"/>
                    <a:pt x="715" y="1063"/>
                    <a:pt x="709" y="1063"/>
                  </a:cubicBezTo>
                  <a:cubicBezTo>
                    <a:pt x="105" y="1063"/>
                    <a:pt x="105" y="1063"/>
                    <a:pt x="105" y="1063"/>
                  </a:cubicBezTo>
                  <a:lnTo>
                    <a:pt x="104" y="1063"/>
                  </a:lnTo>
                  <a:cubicBezTo>
                    <a:pt x="100" y="1063"/>
                    <a:pt x="95" y="1058"/>
                    <a:pt x="95" y="1053"/>
                  </a:cubicBezTo>
                  <a:lnTo>
                    <a:pt x="95" y="991"/>
                  </a:lnTo>
                  <a:moveTo>
                    <a:pt x="719" y="1311"/>
                  </a:moveTo>
                  <a:lnTo>
                    <a:pt x="719" y="1311"/>
                  </a:lnTo>
                  <a:cubicBezTo>
                    <a:pt x="719" y="1317"/>
                    <a:pt x="715" y="1321"/>
                    <a:pt x="709" y="1321"/>
                  </a:cubicBezTo>
                  <a:lnTo>
                    <a:pt x="709" y="1321"/>
                  </a:lnTo>
                  <a:cubicBezTo>
                    <a:pt x="105" y="1321"/>
                    <a:pt x="105" y="1321"/>
                    <a:pt x="105" y="1321"/>
                  </a:cubicBezTo>
                  <a:lnTo>
                    <a:pt x="104" y="1321"/>
                  </a:lnTo>
                  <a:cubicBezTo>
                    <a:pt x="100" y="1321"/>
                    <a:pt x="95" y="1317"/>
                    <a:pt x="95" y="1311"/>
                  </a:cubicBezTo>
                  <a:cubicBezTo>
                    <a:pt x="95" y="1251"/>
                    <a:pt x="95" y="1251"/>
                    <a:pt x="95" y="1251"/>
                  </a:cubicBezTo>
                  <a:cubicBezTo>
                    <a:pt x="95" y="1246"/>
                    <a:pt x="100" y="1241"/>
                    <a:pt x="104" y="1241"/>
                  </a:cubicBezTo>
                  <a:cubicBezTo>
                    <a:pt x="138" y="1241"/>
                    <a:pt x="138" y="1241"/>
                    <a:pt x="138" y="1241"/>
                  </a:cubicBezTo>
                  <a:cubicBezTo>
                    <a:pt x="138" y="1264"/>
                    <a:pt x="138" y="1264"/>
                    <a:pt x="138" y="1264"/>
                  </a:cubicBezTo>
                  <a:cubicBezTo>
                    <a:pt x="138" y="1279"/>
                    <a:pt x="149" y="1290"/>
                    <a:pt x="163" y="1290"/>
                  </a:cubicBezTo>
                  <a:cubicBezTo>
                    <a:pt x="177" y="1290"/>
                    <a:pt x="188" y="1279"/>
                    <a:pt x="188" y="1264"/>
                  </a:cubicBezTo>
                  <a:cubicBezTo>
                    <a:pt x="188" y="1241"/>
                    <a:pt x="188" y="1241"/>
                    <a:pt x="188" y="1241"/>
                  </a:cubicBezTo>
                  <a:cubicBezTo>
                    <a:pt x="261" y="1241"/>
                    <a:pt x="261" y="1241"/>
                    <a:pt x="261" y="1241"/>
                  </a:cubicBezTo>
                  <a:cubicBezTo>
                    <a:pt x="261" y="1264"/>
                    <a:pt x="261" y="1264"/>
                    <a:pt x="261" y="1264"/>
                  </a:cubicBezTo>
                  <a:cubicBezTo>
                    <a:pt x="261" y="1279"/>
                    <a:pt x="272" y="1290"/>
                    <a:pt x="285" y="1290"/>
                  </a:cubicBezTo>
                  <a:cubicBezTo>
                    <a:pt x="298" y="1290"/>
                    <a:pt x="310" y="1279"/>
                    <a:pt x="310" y="1264"/>
                  </a:cubicBezTo>
                  <a:cubicBezTo>
                    <a:pt x="310" y="1241"/>
                    <a:pt x="310" y="1241"/>
                    <a:pt x="310" y="1241"/>
                  </a:cubicBezTo>
                  <a:cubicBezTo>
                    <a:pt x="383" y="1241"/>
                    <a:pt x="383" y="1241"/>
                    <a:pt x="383" y="1241"/>
                  </a:cubicBezTo>
                  <a:cubicBezTo>
                    <a:pt x="383" y="1264"/>
                    <a:pt x="383" y="1264"/>
                    <a:pt x="383" y="1264"/>
                  </a:cubicBezTo>
                  <a:cubicBezTo>
                    <a:pt x="383" y="1279"/>
                    <a:pt x="393" y="1290"/>
                    <a:pt x="407" y="1290"/>
                  </a:cubicBezTo>
                  <a:cubicBezTo>
                    <a:pt x="421" y="1290"/>
                    <a:pt x="432" y="1279"/>
                    <a:pt x="432" y="1264"/>
                  </a:cubicBezTo>
                  <a:cubicBezTo>
                    <a:pt x="432" y="1241"/>
                    <a:pt x="432" y="1241"/>
                    <a:pt x="432" y="1241"/>
                  </a:cubicBezTo>
                  <a:cubicBezTo>
                    <a:pt x="504" y="1241"/>
                    <a:pt x="504" y="1241"/>
                    <a:pt x="504" y="1241"/>
                  </a:cubicBezTo>
                  <a:cubicBezTo>
                    <a:pt x="504" y="1264"/>
                    <a:pt x="504" y="1264"/>
                    <a:pt x="504" y="1264"/>
                  </a:cubicBezTo>
                  <a:cubicBezTo>
                    <a:pt x="504" y="1279"/>
                    <a:pt x="515" y="1290"/>
                    <a:pt x="529" y="1290"/>
                  </a:cubicBezTo>
                  <a:cubicBezTo>
                    <a:pt x="542" y="1290"/>
                    <a:pt x="553" y="1279"/>
                    <a:pt x="553" y="1264"/>
                  </a:cubicBezTo>
                  <a:cubicBezTo>
                    <a:pt x="553" y="1241"/>
                    <a:pt x="553" y="1241"/>
                    <a:pt x="553" y="1241"/>
                  </a:cubicBezTo>
                  <a:cubicBezTo>
                    <a:pt x="627" y="1241"/>
                    <a:pt x="627" y="1241"/>
                    <a:pt x="627" y="1241"/>
                  </a:cubicBezTo>
                  <a:cubicBezTo>
                    <a:pt x="627" y="1264"/>
                    <a:pt x="627" y="1264"/>
                    <a:pt x="627" y="1264"/>
                  </a:cubicBezTo>
                  <a:cubicBezTo>
                    <a:pt x="627" y="1279"/>
                    <a:pt x="638" y="1290"/>
                    <a:pt x="651" y="1290"/>
                  </a:cubicBezTo>
                  <a:cubicBezTo>
                    <a:pt x="664" y="1290"/>
                    <a:pt x="676" y="1279"/>
                    <a:pt x="676" y="1264"/>
                  </a:cubicBezTo>
                  <a:cubicBezTo>
                    <a:pt x="676" y="1241"/>
                    <a:pt x="676" y="1241"/>
                    <a:pt x="676" y="1241"/>
                  </a:cubicBezTo>
                  <a:cubicBezTo>
                    <a:pt x="709" y="1241"/>
                    <a:pt x="709" y="1241"/>
                    <a:pt x="709" y="1241"/>
                  </a:cubicBezTo>
                  <a:cubicBezTo>
                    <a:pt x="715" y="1241"/>
                    <a:pt x="719" y="1246"/>
                    <a:pt x="719" y="1251"/>
                  </a:cubicBezTo>
                  <a:lnTo>
                    <a:pt x="719" y="1311"/>
                  </a:lnTo>
                  <a:moveTo>
                    <a:pt x="117" y="1160"/>
                  </a:moveTo>
                  <a:lnTo>
                    <a:pt x="117" y="1160"/>
                  </a:lnTo>
                  <a:cubicBezTo>
                    <a:pt x="131" y="1160"/>
                    <a:pt x="142" y="1149"/>
                    <a:pt x="142" y="1135"/>
                  </a:cubicBezTo>
                  <a:cubicBezTo>
                    <a:pt x="142" y="1112"/>
                    <a:pt x="142" y="1112"/>
                    <a:pt x="142" y="1112"/>
                  </a:cubicBezTo>
                  <a:cubicBezTo>
                    <a:pt x="215" y="1112"/>
                    <a:pt x="215" y="1112"/>
                    <a:pt x="215" y="1112"/>
                  </a:cubicBezTo>
                  <a:cubicBezTo>
                    <a:pt x="215" y="1135"/>
                    <a:pt x="215" y="1135"/>
                    <a:pt x="215" y="1135"/>
                  </a:cubicBezTo>
                  <a:cubicBezTo>
                    <a:pt x="215" y="1149"/>
                    <a:pt x="226" y="1160"/>
                    <a:pt x="239" y="1160"/>
                  </a:cubicBezTo>
                  <a:cubicBezTo>
                    <a:pt x="253" y="1160"/>
                    <a:pt x="264" y="1149"/>
                    <a:pt x="264" y="1135"/>
                  </a:cubicBezTo>
                  <a:cubicBezTo>
                    <a:pt x="264" y="1112"/>
                    <a:pt x="264" y="1112"/>
                    <a:pt x="264" y="1112"/>
                  </a:cubicBezTo>
                  <a:cubicBezTo>
                    <a:pt x="337" y="1112"/>
                    <a:pt x="337" y="1112"/>
                    <a:pt x="337" y="1112"/>
                  </a:cubicBezTo>
                  <a:cubicBezTo>
                    <a:pt x="337" y="1135"/>
                    <a:pt x="337" y="1135"/>
                    <a:pt x="337" y="1135"/>
                  </a:cubicBezTo>
                  <a:cubicBezTo>
                    <a:pt x="337" y="1149"/>
                    <a:pt x="347" y="1160"/>
                    <a:pt x="362" y="1160"/>
                  </a:cubicBezTo>
                  <a:cubicBezTo>
                    <a:pt x="375" y="1160"/>
                    <a:pt x="386" y="1149"/>
                    <a:pt x="386" y="1135"/>
                  </a:cubicBezTo>
                  <a:cubicBezTo>
                    <a:pt x="386" y="1112"/>
                    <a:pt x="386" y="1112"/>
                    <a:pt x="386" y="1112"/>
                  </a:cubicBezTo>
                  <a:cubicBezTo>
                    <a:pt x="458" y="1112"/>
                    <a:pt x="458" y="1112"/>
                    <a:pt x="458" y="1112"/>
                  </a:cubicBezTo>
                  <a:cubicBezTo>
                    <a:pt x="458" y="1135"/>
                    <a:pt x="458" y="1135"/>
                    <a:pt x="458" y="1135"/>
                  </a:cubicBezTo>
                  <a:cubicBezTo>
                    <a:pt x="458" y="1149"/>
                    <a:pt x="469" y="1160"/>
                    <a:pt x="483" y="1160"/>
                  </a:cubicBezTo>
                  <a:cubicBezTo>
                    <a:pt x="497" y="1160"/>
                    <a:pt x="507" y="1149"/>
                    <a:pt x="507" y="1135"/>
                  </a:cubicBezTo>
                  <a:cubicBezTo>
                    <a:pt x="507" y="1112"/>
                    <a:pt x="507" y="1112"/>
                    <a:pt x="507" y="1112"/>
                  </a:cubicBezTo>
                  <a:cubicBezTo>
                    <a:pt x="581" y="1112"/>
                    <a:pt x="581" y="1112"/>
                    <a:pt x="581" y="1112"/>
                  </a:cubicBezTo>
                  <a:cubicBezTo>
                    <a:pt x="581" y="1135"/>
                    <a:pt x="581" y="1135"/>
                    <a:pt x="581" y="1135"/>
                  </a:cubicBezTo>
                  <a:cubicBezTo>
                    <a:pt x="581" y="1149"/>
                    <a:pt x="592" y="1160"/>
                    <a:pt x="605" y="1160"/>
                  </a:cubicBezTo>
                  <a:cubicBezTo>
                    <a:pt x="619" y="1160"/>
                    <a:pt x="630" y="1149"/>
                    <a:pt x="630" y="1135"/>
                  </a:cubicBezTo>
                  <a:cubicBezTo>
                    <a:pt x="630" y="1112"/>
                    <a:pt x="630" y="1112"/>
                    <a:pt x="630" y="1112"/>
                  </a:cubicBezTo>
                  <a:cubicBezTo>
                    <a:pt x="663" y="1112"/>
                    <a:pt x="663" y="1112"/>
                    <a:pt x="663" y="1112"/>
                  </a:cubicBezTo>
                  <a:cubicBezTo>
                    <a:pt x="668" y="1112"/>
                    <a:pt x="673" y="1116"/>
                    <a:pt x="673" y="1121"/>
                  </a:cubicBezTo>
                  <a:cubicBezTo>
                    <a:pt x="673" y="1182"/>
                    <a:pt x="673" y="1182"/>
                    <a:pt x="673" y="1182"/>
                  </a:cubicBezTo>
                  <a:cubicBezTo>
                    <a:pt x="673" y="1188"/>
                    <a:pt x="668" y="1192"/>
                    <a:pt x="663" y="1192"/>
                  </a:cubicBezTo>
                  <a:lnTo>
                    <a:pt x="663" y="1192"/>
                  </a:lnTo>
                  <a:cubicBezTo>
                    <a:pt x="59" y="1192"/>
                    <a:pt x="59" y="1192"/>
                    <a:pt x="59" y="1192"/>
                  </a:cubicBezTo>
                  <a:cubicBezTo>
                    <a:pt x="54" y="1192"/>
                    <a:pt x="50" y="1188"/>
                    <a:pt x="50" y="1182"/>
                  </a:cubicBezTo>
                  <a:cubicBezTo>
                    <a:pt x="50" y="1121"/>
                    <a:pt x="50" y="1121"/>
                    <a:pt x="50" y="1121"/>
                  </a:cubicBezTo>
                  <a:cubicBezTo>
                    <a:pt x="50" y="1116"/>
                    <a:pt x="54" y="1112"/>
                    <a:pt x="59" y="1112"/>
                  </a:cubicBezTo>
                  <a:cubicBezTo>
                    <a:pt x="92" y="1112"/>
                    <a:pt x="92" y="1112"/>
                    <a:pt x="92" y="1112"/>
                  </a:cubicBezTo>
                  <a:cubicBezTo>
                    <a:pt x="92" y="1135"/>
                    <a:pt x="92" y="1135"/>
                    <a:pt x="92" y="1135"/>
                  </a:cubicBezTo>
                  <a:cubicBezTo>
                    <a:pt x="92" y="1149"/>
                    <a:pt x="103" y="1160"/>
                    <a:pt x="117" y="1160"/>
                  </a:cubicBezTo>
                  <a:moveTo>
                    <a:pt x="719" y="1442"/>
                  </a:moveTo>
                  <a:lnTo>
                    <a:pt x="719" y="1442"/>
                  </a:lnTo>
                  <a:cubicBezTo>
                    <a:pt x="719" y="1447"/>
                    <a:pt x="715" y="1452"/>
                    <a:pt x="709" y="1452"/>
                  </a:cubicBezTo>
                  <a:cubicBezTo>
                    <a:pt x="104" y="1452"/>
                    <a:pt x="104" y="1452"/>
                    <a:pt x="104" y="1452"/>
                  </a:cubicBezTo>
                  <a:cubicBezTo>
                    <a:pt x="100" y="1452"/>
                    <a:pt x="95" y="1447"/>
                    <a:pt x="95" y="1442"/>
                  </a:cubicBezTo>
                  <a:cubicBezTo>
                    <a:pt x="95" y="1380"/>
                    <a:pt x="95" y="1380"/>
                    <a:pt x="95" y="1380"/>
                  </a:cubicBezTo>
                  <a:cubicBezTo>
                    <a:pt x="95" y="1375"/>
                    <a:pt x="100" y="1371"/>
                    <a:pt x="104" y="1371"/>
                  </a:cubicBezTo>
                  <a:cubicBezTo>
                    <a:pt x="138" y="1371"/>
                    <a:pt x="138" y="1371"/>
                    <a:pt x="138" y="1371"/>
                  </a:cubicBezTo>
                  <a:cubicBezTo>
                    <a:pt x="138" y="1395"/>
                    <a:pt x="138" y="1395"/>
                    <a:pt x="138" y="1395"/>
                  </a:cubicBezTo>
                  <a:cubicBezTo>
                    <a:pt x="138" y="1408"/>
                    <a:pt x="149" y="1419"/>
                    <a:pt x="163" y="1419"/>
                  </a:cubicBezTo>
                  <a:cubicBezTo>
                    <a:pt x="177" y="1419"/>
                    <a:pt x="188" y="1408"/>
                    <a:pt x="188" y="1395"/>
                  </a:cubicBezTo>
                  <a:cubicBezTo>
                    <a:pt x="188" y="1371"/>
                    <a:pt x="188" y="1371"/>
                    <a:pt x="188" y="1371"/>
                  </a:cubicBezTo>
                  <a:cubicBezTo>
                    <a:pt x="261" y="1371"/>
                    <a:pt x="261" y="1371"/>
                    <a:pt x="261" y="1371"/>
                  </a:cubicBezTo>
                  <a:cubicBezTo>
                    <a:pt x="261" y="1395"/>
                    <a:pt x="261" y="1395"/>
                    <a:pt x="261" y="1395"/>
                  </a:cubicBezTo>
                  <a:cubicBezTo>
                    <a:pt x="261" y="1408"/>
                    <a:pt x="272" y="1419"/>
                    <a:pt x="285" y="1419"/>
                  </a:cubicBezTo>
                  <a:cubicBezTo>
                    <a:pt x="298" y="1419"/>
                    <a:pt x="310" y="1408"/>
                    <a:pt x="310" y="1395"/>
                  </a:cubicBezTo>
                  <a:cubicBezTo>
                    <a:pt x="310" y="1371"/>
                    <a:pt x="310" y="1371"/>
                    <a:pt x="310" y="1371"/>
                  </a:cubicBezTo>
                  <a:cubicBezTo>
                    <a:pt x="383" y="1371"/>
                    <a:pt x="383" y="1371"/>
                    <a:pt x="383" y="1371"/>
                  </a:cubicBezTo>
                  <a:cubicBezTo>
                    <a:pt x="383" y="1395"/>
                    <a:pt x="383" y="1395"/>
                    <a:pt x="383" y="1395"/>
                  </a:cubicBezTo>
                  <a:cubicBezTo>
                    <a:pt x="383" y="1408"/>
                    <a:pt x="393" y="1419"/>
                    <a:pt x="407" y="1419"/>
                  </a:cubicBezTo>
                  <a:cubicBezTo>
                    <a:pt x="421" y="1419"/>
                    <a:pt x="432" y="1408"/>
                    <a:pt x="432" y="1395"/>
                  </a:cubicBezTo>
                  <a:cubicBezTo>
                    <a:pt x="432" y="1371"/>
                    <a:pt x="432" y="1371"/>
                    <a:pt x="432" y="1371"/>
                  </a:cubicBezTo>
                  <a:cubicBezTo>
                    <a:pt x="504" y="1371"/>
                    <a:pt x="504" y="1371"/>
                    <a:pt x="504" y="1371"/>
                  </a:cubicBezTo>
                  <a:cubicBezTo>
                    <a:pt x="504" y="1395"/>
                    <a:pt x="504" y="1395"/>
                    <a:pt x="504" y="1395"/>
                  </a:cubicBezTo>
                  <a:cubicBezTo>
                    <a:pt x="504" y="1408"/>
                    <a:pt x="515" y="1419"/>
                    <a:pt x="529" y="1419"/>
                  </a:cubicBezTo>
                  <a:cubicBezTo>
                    <a:pt x="542" y="1419"/>
                    <a:pt x="553" y="1408"/>
                    <a:pt x="553" y="1395"/>
                  </a:cubicBezTo>
                  <a:cubicBezTo>
                    <a:pt x="553" y="1371"/>
                    <a:pt x="553" y="1371"/>
                    <a:pt x="553" y="1371"/>
                  </a:cubicBezTo>
                  <a:cubicBezTo>
                    <a:pt x="627" y="1371"/>
                    <a:pt x="627" y="1371"/>
                    <a:pt x="627" y="1371"/>
                  </a:cubicBezTo>
                  <a:cubicBezTo>
                    <a:pt x="627" y="1395"/>
                    <a:pt x="627" y="1395"/>
                    <a:pt x="627" y="1395"/>
                  </a:cubicBezTo>
                  <a:cubicBezTo>
                    <a:pt x="627" y="1408"/>
                    <a:pt x="638" y="1419"/>
                    <a:pt x="651" y="1419"/>
                  </a:cubicBezTo>
                  <a:cubicBezTo>
                    <a:pt x="664" y="1419"/>
                    <a:pt x="676" y="1408"/>
                    <a:pt x="676" y="1395"/>
                  </a:cubicBezTo>
                  <a:cubicBezTo>
                    <a:pt x="676" y="1371"/>
                    <a:pt x="676" y="1371"/>
                    <a:pt x="676" y="1371"/>
                  </a:cubicBezTo>
                  <a:cubicBezTo>
                    <a:pt x="709" y="1371"/>
                    <a:pt x="709" y="1371"/>
                    <a:pt x="709" y="1371"/>
                  </a:cubicBezTo>
                  <a:cubicBezTo>
                    <a:pt x="715" y="1371"/>
                    <a:pt x="719" y="1375"/>
                    <a:pt x="719" y="1380"/>
                  </a:cubicBezTo>
                  <a:lnTo>
                    <a:pt x="719" y="1442"/>
                  </a:lnTo>
                  <a:moveTo>
                    <a:pt x="888" y="1452"/>
                  </a:moveTo>
                  <a:lnTo>
                    <a:pt x="888" y="1452"/>
                  </a:lnTo>
                  <a:cubicBezTo>
                    <a:pt x="846" y="1452"/>
                    <a:pt x="807" y="1443"/>
                    <a:pt x="768" y="1427"/>
                  </a:cubicBezTo>
                  <a:cubicBezTo>
                    <a:pt x="768" y="1380"/>
                    <a:pt x="768" y="1380"/>
                    <a:pt x="768" y="1380"/>
                  </a:cubicBezTo>
                  <a:cubicBezTo>
                    <a:pt x="768" y="1377"/>
                    <a:pt x="768" y="1373"/>
                    <a:pt x="767" y="1369"/>
                  </a:cubicBezTo>
                  <a:cubicBezTo>
                    <a:pt x="804" y="1389"/>
                    <a:pt x="845" y="1399"/>
                    <a:pt x="888" y="1399"/>
                  </a:cubicBezTo>
                  <a:cubicBezTo>
                    <a:pt x="1008" y="1399"/>
                    <a:pt x="1112" y="1317"/>
                    <a:pt x="1140" y="1200"/>
                  </a:cubicBezTo>
                  <a:cubicBezTo>
                    <a:pt x="1143" y="1187"/>
                    <a:pt x="1135" y="1173"/>
                    <a:pt x="1122" y="1170"/>
                  </a:cubicBezTo>
                  <a:cubicBezTo>
                    <a:pt x="1109" y="1167"/>
                    <a:pt x="1095" y="1174"/>
                    <a:pt x="1093" y="1188"/>
                  </a:cubicBezTo>
                  <a:cubicBezTo>
                    <a:pt x="1070" y="1283"/>
                    <a:pt x="985" y="1350"/>
                    <a:pt x="888" y="1350"/>
                  </a:cubicBezTo>
                  <a:cubicBezTo>
                    <a:pt x="844" y="1350"/>
                    <a:pt x="803" y="1337"/>
                    <a:pt x="768" y="1313"/>
                  </a:cubicBezTo>
                  <a:lnTo>
                    <a:pt x="768" y="1311"/>
                  </a:lnTo>
                  <a:cubicBezTo>
                    <a:pt x="768" y="1251"/>
                    <a:pt x="768" y="1251"/>
                    <a:pt x="768" y="1251"/>
                  </a:cubicBezTo>
                  <a:cubicBezTo>
                    <a:pt x="768" y="1223"/>
                    <a:pt x="748" y="1199"/>
                    <a:pt x="721" y="1193"/>
                  </a:cubicBezTo>
                  <a:cubicBezTo>
                    <a:pt x="722" y="1190"/>
                    <a:pt x="722" y="1185"/>
                    <a:pt x="722" y="1182"/>
                  </a:cubicBezTo>
                  <a:cubicBezTo>
                    <a:pt x="722" y="1121"/>
                    <a:pt x="722" y="1121"/>
                    <a:pt x="722" y="1121"/>
                  </a:cubicBezTo>
                  <a:cubicBezTo>
                    <a:pt x="722" y="1117"/>
                    <a:pt x="722" y="1114"/>
                    <a:pt x="721" y="1110"/>
                  </a:cubicBezTo>
                  <a:cubicBezTo>
                    <a:pt x="748" y="1104"/>
                    <a:pt x="768" y="1081"/>
                    <a:pt x="768" y="1053"/>
                  </a:cubicBezTo>
                  <a:cubicBezTo>
                    <a:pt x="768" y="991"/>
                    <a:pt x="768" y="991"/>
                    <a:pt x="768" y="991"/>
                  </a:cubicBezTo>
                  <a:cubicBezTo>
                    <a:pt x="768" y="988"/>
                    <a:pt x="768" y="985"/>
                    <a:pt x="767" y="982"/>
                  </a:cubicBezTo>
                  <a:cubicBezTo>
                    <a:pt x="790" y="978"/>
                    <a:pt x="809" y="963"/>
                    <a:pt x="814" y="941"/>
                  </a:cubicBezTo>
                  <a:cubicBezTo>
                    <a:pt x="838" y="933"/>
                    <a:pt x="862" y="929"/>
                    <a:pt x="888" y="929"/>
                  </a:cubicBezTo>
                  <a:cubicBezTo>
                    <a:pt x="985" y="929"/>
                    <a:pt x="1070" y="995"/>
                    <a:pt x="1093" y="1090"/>
                  </a:cubicBezTo>
                  <a:cubicBezTo>
                    <a:pt x="1095" y="1101"/>
                    <a:pt x="1105" y="1109"/>
                    <a:pt x="1115" y="1109"/>
                  </a:cubicBezTo>
                  <a:cubicBezTo>
                    <a:pt x="1118" y="1109"/>
                    <a:pt x="1120" y="1109"/>
                    <a:pt x="1122" y="1109"/>
                  </a:cubicBezTo>
                  <a:cubicBezTo>
                    <a:pt x="1135" y="1105"/>
                    <a:pt x="1143" y="1092"/>
                    <a:pt x="1140" y="1078"/>
                  </a:cubicBezTo>
                  <a:cubicBezTo>
                    <a:pt x="1112" y="961"/>
                    <a:pt x="1008" y="880"/>
                    <a:pt x="888" y="880"/>
                  </a:cubicBezTo>
                  <a:cubicBezTo>
                    <a:pt x="864" y="880"/>
                    <a:pt x="841" y="883"/>
                    <a:pt x="818" y="889"/>
                  </a:cubicBezTo>
                  <a:cubicBezTo>
                    <a:pt x="818" y="862"/>
                    <a:pt x="818" y="862"/>
                    <a:pt x="818" y="862"/>
                  </a:cubicBezTo>
                  <a:cubicBezTo>
                    <a:pt x="818" y="852"/>
                    <a:pt x="815" y="844"/>
                    <a:pt x="812" y="836"/>
                  </a:cubicBezTo>
                  <a:cubicBezTo>
                    <a:pt x="836" y="830"/>
                    <a:pt x="861" y="827"/>
                    <a:pt x="888" y="827"/>
                  </a:cubicBezTo>
                  <a:cubicBezTo>
                    <a:pt x="1060" y="827"/>
                    <a:pt x="1200" y="967"/>
                    <a:pt x="1200" y="1139"/>
                  </a:cubicBezTo>
                  <a:cubicBezTo>
                    <a:pt x="1200" y="1311"/>
                    <a:pt x="1060" y="1452"/>
                    <a:pt x="888" y="1452"/>
                  </a:cubicBezTo>
                  <a:moveTo>
                    <a:pt x="1270" y="1030"/>
                  </a:moveTo>
                  <a:lnTo>
                    <a:pt x="1270" y="1030"/>
                  </a:lnTo>
                  <a:cubicBezTo>
                    <a:pt x="1283" y="1030"/>
                    <a:pt x="1294" y="1019"/>
                    <a:pt x="1294" y="1006"/>
                  </a:cubicBezTo>
                  <a:cubicBezTo>
                    <a:pt x="1294" y="982"/>
                    <a:pt x="1294" y="982"/>
                    <a:pt x="1294" y="982"/>
                  </a:cubicBezTo>
                  <a:cubicBezTo>
                    <a:pt x="1367" y="982"/>
                    <a:pt x="1367" y="982"/>
                    <a:pt x="1367" y="982"/>
                  </a:cubicBezTo>
                  <a:cubicBezTo>
                    <a:pt x="1367" y="1006"/>
                    <a:pt x="1367" y="1006"/>
                    <a:pt x="1367" y="1006"/>
                  </a:cubicBezTo>
                  <a:cubicBezTo>
                    <a:pt x="1367" y="1019"/>
                    <a:pt x="1378" y="1030"/>
                    <a:pt x="1392" y="1030"/>
                  </a:cubicBezTo>
                  <a:cubicBezTo>
                    <a:pt x="1406" y="1030"/>
                    <a:pt x="1417" y="1019"/>
                    <a:pt x="1417" y="1006"/>
                  </a:cubicBezTo>
                  <a:cubicBezTo>
                    <a:pt x="1417" y="982"/>
                    <a:pt x="1417" y="982"/>
                    <a:pt x="1417" y="982"/>
                  </a:cubicBezTo>
                  <a:cubicBezTo>
                    <a:pt x="1489" y="982"/>
                    <a:pt x="1489" y="982"/>
                    <a:pt x="1489" y="982"/>
                  </a:cubicBezTo>
                  <a:cubicBezTo>
                    <a:pt x="1489" y="1006"/>
                    <a:pt x="1489" y="1006"/>
                    <a:pt x="1489" y="1006"/>
                  </a:cubicBezTo>
                  <a:cubicBezTo>
                    <a:pt x="1489" y="1019"/>
                    <a:pt x="1500" y="1030"/>
                    <a:pt x="1514" y="1030"/>
                  </a:cubicBezTo>
                  <a:cubicBezTo>
                    <a:pt x="1527" y="1030"/>
                    <a:pt x="1538" y="1019"/>
                    <a:pt x="1538" y="1006"/>
                  </a:cubicBezTo>
                  <a:cubicBezTo>
                    <a:pt x="1538" y="982"/>
                    <a:pt x="1538" y="982"/>
                    <a:pt x="1538" y="982"/>
                  </a:cubicBezTo>
                  <a:cubicBezTo>
                    <a:pt x="1572" y="982"/>
                    <a:pt x="1572" y="982"/>
                    <a:pt x="1572" y="982"/>
                  </a:cubicBezTo>
                  <a:cubicBezTo>
                    <a:pt x="1578" y="982"/>
                    <a:pt x="1582" y="986"/>
                    <a:pt x="1582" y="991"/>
                  </a:cubicBezTo>
                  <a:cubicBezTo>
                    <a:pt x="1582" y="1053"/>
                    <a:pt x="1582" y="1053"/>
                    <a:pt x="1582" y="1053"/>
                  </a:cubicBezTo>
                  <a:cubicBezTo>
                    <a:pt x="1582" y="1058"/>
                    <a:pt x="1578" y="1063"/>
                    <a:pt x="1572" y="1063"/>
                  </a:cubicBezTo>
                  <a:cubicBezTo>
                    <a:pt x="1240" y="1063"/>
                    <a:pt x="1240" y="1063"/>
                    <a:pt x="1240" y="1063"/>
                  </a:cubicBezTo>
                  <a:cubicBezTo>
                    <a:pt x="1234" y="1034"/>
                    <a:pt x="1225" y="1007"/>
                    <a:pt x="1213" y="982"/>
                  </a:cubicBezTo>
                  <a:cubicBezTo>
                    <a:pt x="1245" y="982"/>
                    <a:pt x="1245" y="982"/>
                    <a:pt x="1245" y="982"/>
                  </a:cubicBezTo>
                  <a:cubicBezTo>
                    <a:pt x="1245" y="1006"/>
                    <a:pt x="1245" y="1006"/>
                    <a:pt x="1245" y="1006"/>
                  </a:cubicBezTo>
                  <a:cubicBezTo>
                    <a:pt x="1245" y="1019"/>
                    <a:pt x="1256" y="1030"/>
                    <a:pt x="1270" y="1030"/>
                  </a:cubicBezTo>
                  <a:moveTo>
                    <a:pt x="1582" y="1311"/>
                  </a:moveTo>
                  <a:lnTo>
                    <a:pt x="1582" y="1311"/>
                  </a:lnTo>
                  <a:cubicBezTo>
                    <a:pt x="1582" y="1317"/>
                    <a:pt x="1578" y="1321"/>
                    <a:pt x="1572" y="1321"/>
                  </a:cubicBezTo>
                  <a:lnTo>
                    <a:pt x="1572" y="1321"/>
                  </a:lnTo>
                  <a:cubicBezTo>
                    <a:pt x="1199" y="1321"/>
                    <a:pt x="1199" y="1321"/>
                    <a:pt x="1199" y="1321"/>
                  </a:cubicBezTo>
                  <a:cubicBezTo>
                    <a:pt x="1214" y="1296"/>
                    <a:pt x="1225" y="1270"/>
                    <a:pt x="1234" y="1241"/>
                  </a:cubicBezTo>
                  <a:cubicBezTo>
                    <a:pt x="1245" y="1241"/>
                    <a:pt x="1245" y="1241"/>
                    <a:pt x="1245" y="1241"/>
                  </a:cubicBezTo>
                  <a:cubicBezTo>
                    <a:pt x="1245" y="1264"/>
                    <a:pt x="1245" y="1264"/>
                    <a:pt x="1245" y="1264"/>
                  </a:cubicBezTo>
                  <a:cubicBezTo>
                    <a:pt x="1245" y="1279"/>
                    <a:pt x="1256" y="1290"/>
                    <a:pt x="1270" y="1290"/>
                  </a:cubicBezTo>
                  <a:cubicBezTo>
                    <a:pt x="1283" y="1290"/>
                    <a:pt x="1294" y="1279"/>
                    <a:pt x="1294" y="1264"/>
                  </a:cubicBezTo>
                  <a:cubicBezTo>
                    <a:pt x="1294" y="1241"/>
                    <a:pt x="1294" y="1241"/>
                    <a:pt x="1294" y="1241"/>
                  </a:cubicBezTo>
                  <a:cubicBezTo>
                    <a:pt x="1367" y="1241"/>
                    <a:pt x="1367" y="1241"/>
                    <a:pt x="1367" y="1241"/>
                  </a:cubicBezTo>
                  <a:cubicBezTo>
                    <a:pt x="1367" y="1264"/>
                    <a:pt x="1367" y="1264"/>
                    <a:pt x="1367" y="1264"/>
                  </a:cubicBezTo>
                  <a:cubicBezTo>
                    <a:pt x="1367" y="1279"/>
                    <a:pt x="1378" y="1290"/>
                    <a:pt x="1392" y="1290"/>
                  </a:cubicBezTo>
                  <a:cubicBezTo>
                    <a:pt x="1406" y="1290"/>
                    <a:pt x="1417" y="1279"/>
                    <a:pt x="1417" y="1264"/>
                  </a:cubicBezTo>
                  <a:cubicBezTo>
                    <a:pt x="1417" y="1241"/>
                    <a:pt x="1417" y="1241"/>
                    <a:pt x="1417" y="1241"/>
                  </a:cubicBezTo>
                  <a:cubicBezTo>
                    <a:pt x="1489" y="1241"/>
                    <a:pt x="1489" y="1241"/>
                    <a:pt x="1489" y="1241"/>
                  </a:cubicBezTo>
                  <a:cubicBezTo>
                    <a:pt x="1489" y="1264"/>
                    <a:pt x="1489" y="1264"/>
                    <a:pt x="1489" y="1264"/>
                  </a:cubicBezTo>
                  <a:cubicBezTo>
                    <a:pt x="1489" y="1279"/>
                    <a:pt x="1500" y="1290"/>
                    <a:pt x="1514" y="1290"/>
                  </a:cubicBezTo>
                  <a:cubicBezTo>
                    <a:pt x="1527" y="1290"/>
                    <a:pt x="1538" y="1279"/>
                    <a:pt x="1538" y="1264"/>
                  </a:cubicBezTo>
                  <a:cubicBezTo>
                    <a:pt x="1538" y="1241"/>
                    <a:pt x="1538" y="1241"/>
                    <a:pt x="1538" y="1241"/>
                  </a:cubicBezTo>
                  <a:cubicBezTo>
                    <a:pt x="1572" y="1241"/>
                    <a:pt x="1572" y="1241"/>
                    <a:pt x="1572" y="1241"/>
                  </a:cubicBezTo>
                  <a:cubicBezTo>
                    <a:pt x="1578" y="1241"/>
                    <a:pt x="1582" y="1246"/>
                    <a:pt x="1582" y="1251"/>
                  </a:cubicBezTo>
                  <a:cubicBezTo>
                    <a:pt x="1582" y="1311"/>
                    <a:pt x="1582" y="1311"/>
                    <a:pt x="1582" y="1311"/>
                  </a:cubicBezTo>
                  <a:moveTo>
                    <a:pt x="1536" y="1182"/>
                  </a:moveTo>
                  <a:lnTo>
                    <a:pt x="1536" y="1182"/>
                  </a:lnTo>
                  <a:cubicBezTo>
                    <a:pt x="1536" y="1188"/>
                    <a:pt x="1532" y="1192"/>
                    <a:pt x="1526" y="1192"/>
                  </a:cubicBezTo>
                  <a:lnTo>
                    <a:pt x="1526" y="1192"/>
                  </a:lnTo>
                  <a:cubicBezTo>
                    <a:pt x="1245" y="1192"/>
                    <a:pt x="1245" y="1192"/>
                    <a:pt x="1245" y="1192"/>
                  </a:cubicBezTo>
                  <a:cubicBezTo>
                    <a:pt x="1247" y="1174"/>
                    <a:pt x="1249" y="1157"/>
                    <a:pt x="1249" y="1139"/>
                  </a:cubicBezTo>
                  <a:cubicBezTo>
                    <a:pt x="1249" y="1138"/>
                    <a:pt x="1248" y="1137"/>
                    <a:pt x="1248" y="1136"/>
                  </a:cubicBezTo>
                  <a:lnTo>
                    <a:pt x="1249" y="1135"/>
                  </a:lnTo>
                  <a:cubicBezTo>
                    <a:pt x="1249" y="1112"/>
                    <a:pt x="1249" y="1112"/>
                    <a:pt x="1249" y="1112"/>
                  </a:cubicBezTo>
                  <a:cubicBezTo>
                    <a:pt x="1322" y="1112"/>
                    <a:pt x="1322" y="1112"/>
                    <a:pt x="1322" y="1112"/>
                  </a:cubicBezTo>
                  <a:cubicBezTo>
                    <a:pt x="1322" y="1135"/>
                    <a:pt x="1322" y="1135"/>
                    <a:pt x="1322" y="1135"/>
                  </a:cubicBezTo>
                  <a:cubicBezTo>
                    <a:pt x="1322" y="1149"/>
                    <a:pt x="1332" y="1160"/>
                    <a:pt x="1346" y="1160"/>
                  </a:cubicBezTo>
                  <a:cubicBezTo>
                    <a:pt x="1360" y="1160"/>
                    <a:pt x="1371" y="1149"/>
                    <a:pt x="1371" y="1135"/>
                  </a:cubicBezTo>
                  <a:cubicBezTo>
                    <a:pt x="1371" y="1112"/>
                    <a:pt x="1371" y="1112"/>
                    <a:pt x="1371" y="1112"/>
                  </a:cubicBezTo>
                  <a:cubicBezTo>
                    <a:pt x="1443" y="1112"/>
                    <a:pt x="1443" y="1112"/>
                    <a:pt x="1443" y="1112"/>
                  </a:cubicBezTo>
                  <a:cubicBezTo>
                    <a:pt x="1443" y="1135"/>
                    <a:pt x="1443" y="1135"/>
                    <a:pt x="1443" y="1135"/>
                  </a:cubicBezTo>
                  <a:cubicBezTo>
                    <a:pt x="1443" y="1149"/>
                    <a:pt x="1454" y="1160"/>
                    <a:pt x="1468" y="1160"/>
                  </a:cubicBezTo>
                  <a:cubicBezTo>
                    <a:pt x="1481" y="1160"/>
                    <a:pt x="1492" y="1149"/>
                    <a:pt x="1492" y="1135"/>
                  </a:cubicBezTo>
                  <a:cubicBezTo>
                    <a:pt x="1492" y="1112"/>
                    <a:pt x="1492" y="1112"/>
                    <a:pt x="1492" y="1112"/>
                  </a:cubicBezTo>
                  <a:cubicBezTo>
                    <a:pt x="1526" y="1112"/>
                    <a:pt x="1526" y="1112"/>
                    <a:pt x="1526" y="1112"/>
                  </a:cubicBezTo>
                  <a:cubicBezTo>
                    <a:pt x="1532" y="1112"/>
                    <a:pt x="1536" y="1116"/>
                    <a:pt x="1536" y="1121"/>
                  </a:cubicBezTo>
                  <a:lnTo>
                    <a:pt x="1536" y="1182"/>
                  </a:lnTo>
                  <a:moveTo>
                    <a:pt x="1633" y="922"/>
                  </a:moveTo>
                  <a:lnTo>
                    <a:pt x="1633" y="922"/>
                  </a:lnTo>
                  <a:cubicBezTo>
                    <a:pt x="1633" y="928"/>
                    <a:pt x="1628" y="932"/>
                    <a:pt x="1623" y="932"/>
                  </a:cubicBezTo>
                  <a:cubicBezTo>
                    <a:pt x="1183" y="932"/>
                    <a:pt x="1183" y="932"/>
                    <a:pt x="1183" y="932"/>
                  </a:cubicBezTo>
                  <a:cubicBezTo>
                    <a:pt x="1163" y="902"/>
                    <a:pt x="1136" y="874"/>
                    <a:pt x="1107" y="852"/>
                  </a:cubicBezTo>
                  <a:cubicBezTo>
                    <a:pt x="1174" y="852"/>
                    <a:pt x="1174" y="852"/>
                    <a:pt x="1174" y="852"/>
                  </a:cubicBezTo>
                  <a:cubicBezTo>
                    <a:pt x="1174" y="875"/>
                    <a:pt x="1174" y="875"/>
                    <a:pt x="1174" y="875"/>
                  </a:cubicBezTo>
                  <a:cubicBezTo>
                    <a:pt x="1174" y="890"/>
                    <a:pt x="1185" y="901"/>
                    <a:pt x="1199" y="901"/>
                  </a:cubicBezTo>
                  <a:cubicBezTo>
                    <a:pt x="1212" y="901"/>
                    <a:pt x="1223" y="890"/>
                    <a:pt x="1223" y="875"/>
                  </a:cubicBezTo>
                  <a:cubicBezTo>
                    <a:pt x="1223" y="852"/>
                    <a:pt x="1223" y="852"/>
                    <a:pt x="1223" y="852"/>
                  </a:cubicBezTo>
                  <a:cubicBezTo>
                    <a:pt x="1295" y="852"/>
                    <a:pt x="1295" y="852"/>
                    <a:pt x="1295" y="852"/>
                  </a:cubicBezTo>
                  <a:cubicBezTo>
                    <a:pt x="1295" y="875"/>
                    <a:pt x="1295" y="875"/>
                    <a:pt x="1295" y="875"/>
                  </a:cubicBezTo>
                  <a:cubicBezTo>
                    <a:pt x="1295" y="890"/>
                    <a:pt x="1306" y="901"/>
                    <a:pt x="1320" y="901"/>
                  </a:cubicBezTo>
                  <a:cubicBezTo>
                    <a:pt x="1334" y="901"/>
                    <a:pt x="1345" y="890"/>
                    <a:pt x="1345" y="875"/>
                  </a:cubicBezTo>
                  <a:cubicBezTo>
                    <a:pt x="1345" y="852"/>
                    <a:pt x="1345" y="852"/>
                    <a:pt x="1345" y="852"/>
                  </a:cubicBezTo>
                  <a:cubicBezTo>
                    <a:pt x="1418" y="852"/>
                    <a:pt x="1418" y="852"/>
                    <a:pt x="1418" y="852"/>
                  </a:cubicBezTo>
                  <a:cubicBezTo>
                    <a:pt x="1418" y="875"/>
                    <a:pt x="1418" y="875"/>
                    <a:pt x="1418" y="875"/>
                  </a:cubicBezTo>
                  <a:cubicBezTo>
                    <a:pt x="1418" y="890"/>
                    <a:pt x="1429" y="901"/>
                    <a:pt x="1442" y="901"/>
                  </a:cubicBezTo>
                  <a:cubicBezTo>
                    <a:pt x="1456" y="901"/>
                    <a:pt x="1467" y="890"/>
                    <a:pt x="1467" y="875"/>
                  </a:cubicBezTo>
                  <a:cubicBezTo>
                    <a:pt x="1467" y="852"/>
                    <a:pt x="1467" y="852"/>
                    <a:pt x="1467" y="852"/>
                  </a:cubicBezTo>
                  <a:cubicBezTo>
                    <a:pt x="1540" y="852"/>
                    <a:pt x="1540" y="852"/>
                    <a:pt x="1540" y="852"/>
                  </a:cubicBezTo>
                  <a:cubicBezTo>
                    <a:pt x="1540" y="875"/>
                    <a:pt x="1540" y="875"/>
                    <a:pt x="1540" y="875"/>
                  </a:cubicBezTo>
                  <a:cubicBezTo>
                    <a:pt x="1540" y="890"/>
                    <a:pt x="1550" y="901"/>
                    <a:pt x="1565" y="901"/>
                  </a:cubicBezTo>
                  <a:cubicBezTo>
                    <a:pt x="1578" y="901"/>
                    <a:pt x="1589" y="890"/>
                    <a:pt x="1589" y="875"/>
                  </a:cubicBezTo>
                  <a:cubicBezTo>
                    <a:pt x="1589" y="852"/>
                    <a:pt x="1589" y="852"/>
                    <a:pt x="1589" y="852"/>
                  </a:cubicBezTo>
                  <a:cubicBezTo>
                    <a:pt x="1623" y="852"/>
                    <a:pt x="1623" y="852"/>
                    <a:pt x="1623" y="852"/>
                  </a:cubicBezTo>
                  <a:cubicBezTo>
                    <a:pt x="1628" y="852"/>
                    <a:pt x="1633" y="857"/>
                    <a:pt x="1633" y="862"/>
                  </a:cubicBezTo>
                  <a:lnTo>
                    <a:pt x="1633" y="922"/>
                  </a:lnTo>
                  <a:moveTo>
                    <a:pt x="1633" y="922"/>
                  </a:moveTo>
                  <a:lnTo>
                    <a:pt x="1633" y="92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2718594" y="3634599"/>
              <a:ext cx="50527" cy="89826"/>
            </a:xfrm>
            <a:custGeom>
              <a:avLst/>
              <a:gdLst/>
              <a:ahLst/>
              <a:cxnLst/>
              <a:rect l="l" t="t" r="r" b="b"/>
              <a:pathLst>
                <a:path w="180" h="320" extrusionOk="0">
                  <a:moveTo>
                    <a:pt x="105" y="137"/>
                  </a:moveTo>
                  <a:lnTo>
                    <a:pt x="105" y="137"/>
                  </a:lnTo>
                  <a:cubicBezTo>
                    <a:pt x="74" y="137"/>
                    <a:pt x="74" y="137"/>
                    <a:pt x="74" y="137"/>
                  </a:cubicBezTo>
                  <a:cubicBezTo>
                    <a:pt x="60" y="137"/>
                    <a:pt x="48" y="126"/>
                    <a:pt x="48" y="112"/>
                  </a:cubicBezTo>
                  <a:cubicBezTo>
                    <a:pt x="48" y="98"/>
                    <a:pt x="60" y="86"/>
                    <a:pt x="74" y="86"/>
                  </a:cubicBezTo>
                  <a:cubicBezTo>
                    <a:pt x="105" y="86"/>
                    <a:pt x="105" y="86"/>
                    <a:pt x="105" y="86"/>
                  </a:cubicBezTo>
                  <a:cubicBezTo>
                    <a:pt x="113" y="86"/>
                    <a:pt x="121" y="90"/>
                    <a:pt x="126" y="98"/>
                  </a:cubicBezTo>
                  <a:cubicBezTo>
                    <a:pt x="133" y="109"/>
                    <a:pt x="149" y="112"/>
                    <a:pt x="160" y="105"/>
                  </a:cubicBezTo>
                  <a:cubicBezTo>
                    <a:pt x="171" y="97"/>
                    <a:pt x="174" y="82"/>
                    <a:pt x="166" y="71"/>
                  </a:cubicBezTo>
                  <a:cubicBezTo>
                    <a:pt x="154" y="52"/>
                    <a:pt x="136" y="40"/>
                    <a:pt x="114" y="38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4" y="11"/>
                    <a:pt x="103" y="0"/>
                    <a:pt x="90" y="0"/>
                  </a:cubicBezTo>
                  <a:cubicBezTo>
                    <a:pt x="75" y="0"/>
                    <a:pt x="64" y="11"/>
                    <a:pt x="64" y="26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28" y="42"/>
                    <a:pt x="0" y="74"/>
                    <a:pt x="0" y="112"/>
                  </a:cubicBezTo>
                  <a:cubicBezTo>
                    <a:pt x="0" y="153"/>
                    <a:pt x="33" y="187"/>
                    <a:pt x="74" y="187"/>
                  </a:cubicBezTo>
                  <a:cubicBezTo>
                    <a:pt x="105" y="187"/>
                    <a:pt x="105" y="187"/>
                    <a:pt x="105" y="187"/>
                  </a:cubicBezTo>
                  <a:cubicBezTo>
                    <a:pt x="118" y="187"/>
                    <a:pt x="130" y="199"/>
                    <a:pt x="130" y="212"/>
                  </a:cubicBezTo>
                  <a:cubicBezTo>
                    <a:pt x="130" y="226"/>
                    <a:pt x="118" y="238"/>
                    <a:pt x="105" y="238"/>
                  </a:cubicBezTo>
                  <a:cubicBezTo>
                    <a:pt x="74" y="238"/>
                    <a:pt x="74" y="238"/>
                    <a:pt x="74" y="238"/>
                  </a:cubicBezTo>
                  <a:cubicBezTo>
                    <a:pt x="63" y="238"/>
                    <a:pt x="55" y="232"/>
                    <a:pt x="50" y="223"/>
                  </a:cubicBezTo>
                  <a:cubicBezTo>
                    <a:pt x="45" y="210"/>
                    <a:pt x="30" y="204"/>
                    <a:pt x="18" y="210"/>
                  </a:cubicBezTo>
                  <a:cubicBezTo>
                    <a:pt x="6" y="214"/>
                    <a:pt x="1" y="229"/>
                    <a:pt x="6" y="242"/>
                  </a:cubicBezTo>
                  <a:cubicBezTo>
                    <a:pt x="15" y="267"/>
                    <a:pt x="38" y="283"/>
                    <a:pt x="64" y="286"/>
                  </a:cubicBezTo>
                  <a:cubicBezTo>
                    <a:pt x="64" y="295"/>
                    <a:pt x="64" y="295"/>
                    <a:pt x="64" y="295"/>
                  </a:cubicBezTo>
                  <a:cubicBezTo>
                    <a:pt x="64" y="308"/>
                    <a:pt x="75" y="320"/>
                    <a:pt x="90" y="320"/>
                  </a:cubicBezTo>
                  <a:cubicBezTo>
                    <a:pt x="103" y="320"/>
                    <a:pt x="114" y="308"/>
                    <a:pt x="114" y="295"/>
                  </a:cubicBezTo>
                  <a:cubicBezTo>
                    <a:pt x="114" y="286"/>
                    <a:pt x="114" y="286"/>
                    <a:pt x="114" y="286"/>
                  </a:cubicBezTo>
                  <a:cubicBezTo>
                    <a:pt x="151" y="282"/>
                    <a:pt x="180" y="250"/>
                    <a:pt x="180" y="212"/>
                  </a:cubicBezTo>
                  <a:cubicBezTo>
                    <a:pt x="180" y="171"/>
                    <a:pt x="146" y="137"/>
                    <a:pt x="105" y="137"/>
                  </a:cubicBezTo>
                  <a:moveTo>
                    <a:pt x="105" y="137"/>
                  </a:moveTo>
                  <a:lnTo>
                    <a:pt x="105" y="1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2582171" y="3416490"/>
              <a:ext cx="50527" cy="89265"/>
            </a:xfrm>
            <a:custGeom>
              <a:avLst/>
              <a:gdLst/>
              <a:ahLst/>
              <a:cxnLst/>
              <a:rect l="l" t="t" r="r" b="b"/>
              <a:pathLst>
                <a:path w="180" h="318" extrusionOk="0">
                  <a:moveTo>
                    <a:pt x="90" y="318"/>
                  </a:moveTo>
                  <a:lnTo>
                    <a:pt x="90" y="318"/>
                  </a:lnTo>
                  <a:cubicBezTo>
                    <a:pt x="104" y="318"/>
                    <a:pt x="115" y="308"/>
                    <a:pt x="115" y="294"/>
                  </a:cubicBezTo>
                  <a:cubicBezTo>
                    <a:pt x="115" y="286"/>
                    <a:pt x="115" y="286"/>
                    <a:pt x="115" y="286"/>
                  </a:cubicBezTo>
                  <a:cubicBezTo>
                    <a:pt x="152" y="281"/>
                    <a:pt x="180" y="249"/>
                    <a:pt x="180" y="211"/>
                  </a:cubicBezTo>
                  <a:cubicBezTo>
                    <a:pt x="180" y="171"/>
                    <a:pt x="147" y="137"/>
                    <a:pt x="106" y="137"/>
                  </a:cubicBezTo>
                  <a:cubicBezTo>
                    <a:pt x="75" y="137"/>
                    <a:pt x="75" y="137"/>
                    <a:pt x="75" y="137"/>
                  </a:cubicBezTo>
                  <a:cubicBezTo>
                    <a:pt x="61" y="137"/>
                    <a:pt x="50" y="125"/>
                    <a:pt x="50" y="111"/>
                  </a:cubicBezTo>
                  <a:cubicBezTo>
                    <a:pt x="50" y="97"/>
                    <a:pt x="61" y="85"/>
                    <a:pt x="75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14" y="85"/>
                    <a:pt x="122" y="90"/>
                    <a:pt x="126" y="97"/>
                  </a:cubicBezTo>
                  <a:cubicBezTo>
                    <a:pt x="134" y="108"/>
                    <a:pt x="149" y="111"/>
                    <a:pt x="161" y="104"/>
                  </a:cubicBezTo>
                  <a:cubicBezTo>
                    <a:pt x="172" y="96"/>
                    <a:pt x="176" y="81"/>
                    <a:pt x="168" y="69"/>
                  </a:cubicBezTo>
                  <a:cubicBezTo>
                    <a:pt x="156" y="51"/>
                    <a:pt x="136" y="39"/>
                    <a:pt x="115" y="37"/>
                  </a:cubicBezTo>
                  <a:cubicBezTo>
                    <a:pt x="115" y="24"/>
                    <a:pt x="115" y="24"/>
                    <a:pt x="115" y="24"/>
                  </a:cubicBezTo>
                  <a:cubicBezTo>
                    <a:pt x="115" y="11"/>
                    <a:pt x="104" y="0"/>
                    <a:pt x="90" y="0"/>
                  </a:cubicBezTo>
                  <a:cubicBezTo>
                    <a:pt x="77" y="0"/>
                    <a:pt x="66" y="11"/>
                    <a:pt x="66" y="24"/>
                  </a:cubicBezTo>
                  <a:cubicBezTo>
                    <a:pt x="66" y="37"/>
                    <a:pt x="66" y="37"/>
                    <a:pt x="66" y="37"/>
                  </a:cubicBezTo>
                  <a:cubicBezTo>
                    <a:pt x="29" y="41"/>
                    <a:pt x="0" y="73"/>
                    <a:pt x="0" y="111"/>
                  </a:cubicBezTo>
                  <a:cubicBezTo>
                    <a:pt x="0" y="152"/>
                    <a:pt x="34" y="186"/>
                    <a:pt x="75" y="186"/>
                  </a:cubicBezTo>
                  <a:cubicBezTo>
                    <a:pt x="106" y="186"/>
                    <a:pt x="106" y="186"/>
                    <a:pt x="106" y="186"/>
                  </a:cubicBezTo>
                  <a:cubicBezTo>
                    <a:pt x="120" y="186"/>
                    <a:pt x="131" y="197"/>
                    <a:pt x="131" y="211"/>
                  </a:cubicBezTo>
                  <a:cubicBezTo>
                    <a:pt x="131" y="225"/>
                    <a:pt x="120" y="237"/>
                    <a:pt x="106" y="237"/>
                  </a:cubicBezTo>
                  <a:cubicBezTo>
                    <a:pt x="75" y="237"/>
                    <a:pt x="75" y="237"/>
                    <a:pt x="75" y="237"/>
                  </a:cubicBezTo>
                  <a:cubicBezTo>
                    <a:pt x="65" y="237"/>
                    <a:pt x="55" y="231"/>
                    <a:pt x="52" y="221"/>
                  </a:cubicBezTo>
                  <a:cubicBezTo>
                    <a:pt x="46" y="209"/>
                    <a:pt x="32" y="204"/>
                    <a:pt x="19" y="208"/>
                  </a:cubicBezTo>
                  <a:cubicBezTo>
                    <a:pt x="7" y="213"/>
                    <a:pt x="2" y="228"/>
                    <a:pt x="6" y="241"/>
                  </a:cubicBezTo>
                  <a:cubicBezTo>
                    <a:pt x="17" y="266"/>
                    <a:pt x="40" y="282"/>
                    <a:pt x="66" y="286"/>
                  </a:cubicBezTo>
                  <a:cubicBezTo>
                    <a:pt x="66" y="294"/>
                    <a:pt x="66" y="294"/>
                    <a:pt x="66" y="294"/>
                  </a:cubicBezTo>
                  <a:cubicBezTo>
                    <a:pt x="66" y="308"/>
                    <a:pt x="77" y="318"/>
                    <a:pt x="90" y="318"/>
                  </a:cubicBezTo>
                  <a:moveTo>
                    <a:pt x="90" y="318"/>
                  </a:moveTo>
                  <a:lnTo>
                    <a:pt x="90" y="3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1"/>
            <p:cNvSpPr/>
            <p:nvPr/>
          </p:nvSpPr>
          <p:spPr>
            <a:xfrm>
              <a:off x="2534731" y="3388139"/>
              <a:ext cx="145687" cy="145968"/>
            </a:xfrm>
            <a:custGeom>
              <a:avLst/>
              <a:gdLst/>
              <a:ahLst/>
              <a:cxnLst/>
              <a:rect l="l" t="t" r="r" b="b"/>
              <a:pathLst>
                <a:path w="519" h="520" extrusionOk="0">
                  <a:moveTo>
                    <a:pt x="519" y="261"/>
                  </a:moveTo>
                  <a:lnTo>
                    <a:pt x="519" y="261"/>
                  </a:lnTo>
                  <a:cubicBezTo>
                    <a:pt x="519" y="215"/>
                    <a:pt x="507" y="170"/>
                    <a:pt x="484" y="129"/>
                  </a:cubicBezTo>
                  <a:cubicBezTo>
                    <a:pt x="477" y="118"/>
                    <a:pt x="462" y="114"/>
                    <a:pt x="450" y="120"/>
                  </a:cubicBezTo>
                  <a:cubicBezTo>
                    <a:pt x="439" y="128"/>
                    <a:pt x="434" y="142"/>
                    <a:pt x="441" y="154"/>
                  </a:cubicBezTo>
                  <a:cubicBezTo>
                    <a:pt x="460" y="186"/>
                    <a:pt x="470" y="223"/>
                    <a:pt x="470" y="261"/>
                  </a:cubicBezTo>
                  <a:cubicBezTo>
                    <a:pt x="470" y="377"/>
                    <a:pt x="375" y="471"/>
                    <a:pt x="259" y="471"/>
                  </a:cubicBezTo>
                  <a:cubicBezTo>
                    <a:pt x="143" y="471"/>
                    <a:pt x="49" y="377"/>
                    <a:pt x="49" y="261"/>
                  </a:cubicBezTo>
                  <a:cubicBezTo>
                    <a:pt x="49" y="145"/>
                    <a:pt x="143" y="49"/>
                    <a:pt x="259" y="49"/>
                  </a:cubicBezTo>
                  <a:cubicBezTo>
                    <a:pt x="300" y="49"/>
                    <a:pt x="339" y="61"/>
                    <a:pt x="374" y="83"/>
                  </a:cubicBezTo>
                  <a:cubicBezTo>
                    <a:pt x="385" y="91"/>
                    <a:pt x="401" y="88"/>
                    <a:pt x="408" y="77"/>
                  </a:cubicBezTo>
                  <a:cubicBezTo>
                    <a:pt x="415" y="65"/>
                    <a:pt x="412" y="49"/>
                    <a:pt x="401" y="42"/>
                  </a:cubicBezTo>
                  <a:cubicBezTo>
                    <a:pt x="359" y="15"/>
                    <a:pt x="310" y="0"/>
                    <a:pt x="259" y="0"/>
                  </a:cubicBezTo>
                  <a:cubicBezTo>
                    <a:pt x="116" y="0"/>
                    <a:pt x="0" y="117"/>
                    <a:pt x="0" y="261"/>
                  </a:cubicBezTo>
                  <a:cubicBezTo>
                    <a:pt x="0" y="403"/>
                    <a:pt x="116" y="520"/>
                    <a:pt x="259" y="520"/>
                  </a:cubicBezTo>
                  <a:cubicBezTo>
                    <a:pt x="403" y="520"/>
                    <a:pt x="519" y="403"/>
                    <a:pt x="519" y="261"/>
                  </a:cubicBezTo>
                  <a:moveTo>
                    <a:pt x="519" y="261"/>
                  </a:moveTo>
                  <a:lnTo>
                    <a:pt x="519" y="2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" name="Google Shape;398;p31"/>
          <p:cNvGrpSpPr/>
          <p:nvPr/>
        </p:nvGrpSpPr>
        <p:grpSpPr>
          <a:xfrm>
            <a:off x="6371910" y="1053752"/>
            <a:ext cx="298590" cy="365773"/>
            <a:chOff x="713506" y="2846656"/>
            <a:chExt cx="387376" cy="468220"/>
          </a:xfrm>
        </p:grpSpPr>
        <p:sp>
          <p:nvSpPr>
            <p:cNvPr id="399" name="Google Shape;399;p31"/>
            <p:cNvSpPr/>
            <p:nvPr/>
          </p:nvSpPr>
          <p:spPr>
            <a:xfrm>
              <a:off x="713506" y="2898586"/>
              <a:ext cx="387376" cy="416289"/>
            </a:xfrm>
            <a:custGeom>
              <a:avLst/>
              <a:gdLst/>
              <a:ahLst/>
              <a:cxnLst/>
              <a:rect l="l" t="t" r="r" b="b"/>
              <a:pathLst>
                <a:path w="1380" h="1483" extrusionOk="0">
                  <a:moveTo>
                    <a:pt x="1379" y="1177"/>
                  </a:moveTo>
                  <a:lnTo>
                    <a:pt x="1379" y="1177"/>
                  </a:lnTo>
                  <a:cubicBezTo>
                    <a:pt x="1340" y="923"/>
                    <a:pt x="1340" y="923"/>
                    <a:pt x="1340" y="923"/>
                  </a:cubicBezTo>
                  <a:cubicBezTo>
                    <a:pt x="1337" y="910"/>
                    <a:pt x="1326" y="901"/>
                    <a:pt x="1312" y="903"/>
                  </a:cubicBezTo>
                  <a:cubicBezTo>
                    <a:pt x="1298" y="905"/>
                    <a:pt x="1290" y="918"/>
                    <a:pt x="1292" y="931"/>
                  </a:cubicBezTo>
                  <a:cubicBezTo>
                    <a:pt x="1331" y="1184"/>
                    <a:pt x="1331" y="1184"/>
                    <a:pt x="1331" y="1184"/>
                  </a:cubicBezTo>
                  <a:cubicBezTo>
                    <a:pt x="1332" y="1189"/>
                    <a:pt x="1330" y="1191"/>
                    <a:pt x="1329" y="1193"/>
                  </a:cubicBezTo>
                  <a:cubicBezTo>
                    <a:pt x="1328" y="1194"/>
                    <a:pt x="1326" y="1196"/>
                    <a:pt x="1321" y="1197"/>
                  </a:cubicBezTo>
                  <a:cubicBezTo>
                    <a:pt x="1029" y="1243"/>
                    <a:pt x="1029" y="1243"/>
                    <a:pt x="1029" y="1243"/>
                  </a:cubicBezTo>
                  <a:cubicBezTo>
                    <a:pt x="1029" y="1119"/>
                    <a:pt x="1029" y="1119"/>
                    <a:pt x="1029" y="1119"/>
                  </a:cubicBezTo>
                  <a:cubicBezTo>
                    <a:pt x="1197" y="1093"/>
                    <a:pt x="1197" y="1093"/>
                    <a:pt x="1197" y="1093"/>
                  </a:cubicBezTo>
                  <a:cubicBezTo>
                    <a:pt x="1211" y="1091"/>
                    <a:pt x="1220" y="1079"/>
                    <a:pt x="1218" y="1066"/>
                  </a:cubicBezTo>
                  <a:cubicBezTo>
                    <a:pt x="1216" y="1052"/>
                    <a:pt x="1204" y="1043"/>
                    <a:pt x="1190" y="1045"/>
                  </a:cubicBezTo>
                  <a:cubicBezTo>
                    <a:pt x="1029" y="1070"/>
                    <a:pt x="1029" y="1070"/>
                    <a:pt x="1029" y="1070"/>
                  </a:cubicBezTo>
                  <a:cubicBezTo>
                    <a:pt x="1029" y="294"/>
                    <a:pt x="1029" y="294"/>
                    <a:pt x="1029" y="294"/>
                  </a:cubicBezTo>
                  <a:cubicBezTo>
                    <a:pt x="1029" y="288"/>
                    <a:pt x="1027" y="281"/>
                    <a:pt x="1021" y="277"/>
                  </a:cubicBezTo>
                  <a:cubicBezTo>
                    <a:pt x="752" y="6"/>
                    <a:pt x="752" y="6"/>
                    <a:pt x="752" y="6"/>
                  </a:cubicBezTo>
                  <a:cubicBezTo>
                    <a:pt x="746" y="2"/>
                    <a:pt x="741" y="0"/>
                    <a:pt x="734" y="0"/>
                  </a:cubicBezTo>
                  <a:cubicBezTo>
                    <a:pt x="609" y="0"/>
                    <a:pt x="609" y="0"/>
                    <a:pt x="609" y="0"/>
                  </a:cubicBezTo>
                  <a:cubicBezTo>
                    <a:pt x="595" y="0"/>
                    <a:pt x="585" y="11"/>
                    <a:pt x="585" y="24"/>
                  </a:cubicBezTo>
                  <a:cubicBezTo>
                    <a:pt x="585" y="38"/>
                    <a:pt x="595" y="49"/>
                    <a:pt x="609" y="49"/>
                  </a:cubicBezTo>
                  <a:cubicBezTo>
                    <a:pt x="709" y="49"/>
                    <a:pt x="709" y="49"/>
                    <a:pt x="709" y="49"/>
                  </a:cubicBezTo>
                  <a:cubicBezTo>
                    <a:pt x="709" y="208"/>
                    <a:pt x="709" y="208"/>
                    <a:pt x="709" y="208"/>
                  </a:cubicBezTo>
                  <a:cubicBezTo>
                    <a:pt x="689" y="208"/>
                    <a:pt x="689" y="208"/>
                    <a:pt x="689" y="208"/>
                  </a:cubicBezTo>
                  <a:cubicBezTo>
                    <a:pt x="659" y="208"/>
                    <a:pt x="636" y="232"/>
                    <a:pt x="636" y="262"/>
                  </a:cubicBezTo>
                  <a:cubicBezTo>
                    <a:pt x="636" y="724"/>
                    <a:pt x="636" y="724"/>
                    <a:pt x="636" y="724"/>
                  </a:cubicBezTo>
                  <a:cubicBezTo>
                    <a:pt x="636" y="753"/>
                    <a:pt x="659" y="777"/>
                    <a:pt x="689" y="777"/>
                  </a:cubicBezTo>
                  <a:cubicBezTo>
                    <a:pt x="816" y="777"/>
                    <a:pt x="816" y="777"/>
                    <a:pt x="816" y="777"/>
                  </a:cubicBezTo>
                  <a:cubicBezTo>
                    <a:pt x="845" y="777"/>
                    <a:pt x="869" y="753"/>
                    <a:pt x="869" y="724"/>
                  </a:cubicBezTo>
                  <a:cubicBezTo>
                    <a:pt x="869" y="318"/>
                    <a:pt x="869" y="318"/>
                    <a:pt x="869" y="318"/>
                  </a:cubicBezTo>
                  <a:cubicBezTo>
                    <a:pt x="980" y="318"/>
                    <a:pt x="980" y="318"/>
                    <a:pt x="980" y="318"/>
                  </a:cubicBezTo>
                  <a:cubicBezTo>
                    <a:pt x="980" y="1423"/>
                    <a:pt x="980" y="1423"/>
                    <a:pt x="980" y="1423"/>
                  </a:cubicBezTo>
                  <a:cubicBezTo>
                    <a:pt x="980" y="1429"/>
                    <a:pt x="975" y="1434"/>
                    <a:pt x="969" y="1434"/>
                  </a:cubicBezTo>
                  <a:cubicBezTo>
                    <a:pt x="61" y="1434"/>
                    <a:pt x="61" y="1434"/>
                    <a:pt x="61" y="1434"/>
                  </a:cubicBezTo>
                  <a:cubicBezTo>
                    <a:pt x="54" y="1434"/>
                    <a:pt x="49" y="1429"/>
                    <a:pt x="49" y="1423"/>
                  </a:cubicBezTo>
                  <a:cubicBezTo>
                    <a:pt x="49" y="1123"/>
                    <a:pt x="49" y="1123"/>
                    <a:pt x="49" y="1123"/>
                  </a:cubicBezTo>
                  <a:cubicBezTo>
                    <a:pt x="49" y="1109"/>
                    <a:pt x="38" y="1098"/>
                    <a:pt x="25" y="1098"/>
                  </a:cubicBezTo>
                  <a:cubicBezTo>
                    <a:pt x="12" y="1098"/>
                    <a:pt x="0" y="1109"/>
                    <a:pt x="0" y="1123"/>
                  </a:cubicBezTo>
                  <a:cubicBezTo>
                    <a:pt x="0" y="1423"/>
                    <a:pt x="0" y="1423"/>
                    <a:pt x="0" y="1423"/>
                  </a:cubicBezTo>
                  <a:cubicBezTo>
                    <a:pt x="0" y="1456"/>
                    <a:pt x="27" y="1483"/>
                    <a:pt x="61" y="1483"/>
                  </a:cubicBezTo>
                  <a:cubicBezTo>
                    <a:pt x="969" y="1483"/>
                    <a:pt x="969" y="1483"/>
                    <a:pt x="969" y="1483"/>
                  </a:cubicBezTo>
                  <a:cubicBezTo>
                    <a:pt x="1002" y="1483"/>
                    <a:pt x="1029" y="1456"/>
                    <a:pt x="1029" y="1423"/>
                  </a:cubicBezTo>
                  <a:cubicBezTo>
                    <a:pt x="1029" y="1292"/>
                    <a:pt x="1029" y="1292"/>
                    <a:pt x="1029" y="1292"/>
                  </a:cubicBezTo>
                  <a:cubicBezTo>
                    <a:pt x="1030" y="1292"/>
                    <a:pt x="1030" y="1292"/>
                    <a:pt x="1031" y="1292"/>
                  </a:cubicBezTo>
                  <a:cubicBezTo>
                    <a:pt x="1032" y="1292"/>
                    <a:pt x="1033" y="1292"/>
                    <a:pt x="1034" y="1291"/>
                  </a:cubicBezTo>
                  <a:cubicBezTo>
                    <a:pt x="1329" y="1245"/>
                    <a:pt x="1329" y="1245"/>
                    <a:pt x="1329" y="1245"/>
                  </a:cubicBezTo>
                  <a:cubicBezTo>
                    <a:pt x="1345" y="1243"/>
                    <a:pt x="1359" y="1234"/>
                    <a:pt x="1368" y="1221"/>
                  </a:cubicBezTo>
                  <a:cubicBezTo>
                    <a:pt x="1378" y="1208"/>
                    <a:pt x="1382" y="1193"/>
                    <a:pt x="1379" y="1177"/>
                  </a:cubicBezTo>
                  <a:moveTo>
                    <a:pt x="770" y="269"/>
                  </a:moveTo>
                  <a:lnTo>
                    <a:pt x="770" y="269"/>
                  </a:lnTo>
                  <a:cubicBezTo>
                    <a:pt x="764" y="269"/>
                    <a:pt x="758" y="265"/>
                    <a:pt x="758" y="258"/>
                  </a:cubicBezTo>
                  <a:cubicBezTo>
                    <a:pt x="758" y="82"/>
                    <a:pt x="758" y="82"/>
                    <a:pt x="758" y="82"/>
                  </a:cubicBezTo>
                  <a:cubicBezTo>
                    <a:pt x="945" y="269"/>
                    <a:pt x="945" y="269"/>
                    <a:pt x="945" y="269"/>
                  </a:cubicBezTo>
                  <a:lnTo>
                    <a:pt x="770" y="269"/>
                  </a:lnTo>
                  <a:moveTo>
                    <a:pt x="820" y="724"/>
                  </a:moveTo>
                  <a:lnTo>
                    <a:pt x="820" y="724"/>
                  </a:lnTo>
                  <a:cubicBezTo>
                    <a:pt x="820" y="726"/>
                    <a:pt x="818" y="728"/>
                    <a:pt x="816" y="728"/>
                  </a:cubicBezTo>
                  <a:cubicBezTo>
                    <a:pt x="689" y="728"/>
                    <a:pt x="689" y="728"/>
                    <a:pt x="689" y="728"/>
                  </a:cubicBezTo>
                  <a:cubicBezTo>
                    <a:pt x="687" y="728"/>
                    <a:pt x="684" y="726"/>
                    <a:pt x="684" y="724"/>
                  </a:cubicBezTo>
                  <a:cubicBezTo>
                    <a:pt x="684" y="262"/>
                    <a:pt x="684" y="262"/>
                    <a:pt x="684" y="262"/>
                  </a:cubicBezTo>
                  <a:cubicBezTo>
                    <a:pt x="684" y="260"/>
                    <a:pt x="687" y="257"/>
                    <a:pt x="689" y="257"/>
                  </a:cubicBezTo>
                  <a:cubicBezTo>
                    <a:pt x="709" y="257"/>
                    <a:pt x="709" y="257"/>
                    <a:pt x="709" y="257"/>
                  </a:cubicBezTo>
                  <a:cubicBezTo>
                    <a:pt x="709" y="258"/>
                    <a:pt x="709" y="258"/>
                    <a:pt x="709" y="258"/>
                  </a:cubicBezTo>
                  <a:cubicBezTo>
                    <a:pt x="709" y="292"/>
                    <a:pt x="737" y="318"/>
                    <a:pt x="770" y="318"/>
                  </a:cubicBezTo>
                  <a:cubicBezTo>
                    <a:pt x="820" y="318"/>
                    <a:pt x="820" y="318"/>
                    <a:pt x="820" y="318"/>
                  </a:cubicBezTo>
                  <a:lnTo>
                    <a:pt x="820" y="724"/>
                  </a:lnTo>
                  <a:moveTo>
                    <a:pt x="820" y="724"/>
                  </a:moveTo>
                  <a:lnTo>
                    <a:pt x="820" y="72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1"/>
            <p:cNvSpPr/>
            <p:nvPr/>
          </p:nvSpPr>
          <p:spPr>
            <a:xfrm>
              <a:off x="713506" y="2846656"/>
              <a:ext cx="371376" cy="343586"/>
            </a:xfrm>
            <a:custGeom>
              <a:avLst/>
              <a:gdLst/>
              <a:ahLst/>
              <a:cxnLst/>
              <a:rect l="l" t="t" r="r" b="b"/>
              <a:pathLst>
                <a:path w="1323" h="1224" extrusionOk="0">
                  <a:moveTo>
                    <a:pt x="25" y="1224"/>
                  </a:moveTo>
                  <a:lnTo>
                    <a:pt x="25" y="1224"/>
                  </a:lnTo>
                  <a:cubicBezTo>
                    <a:pt x="38" y="1224"/>
                    <a:pt x="49" y="1213"/>
                    <a:pt x="49" y="1200"/>
                  </a:cubicBezTo>
                  <a:cubicBezTo>
                    <a:pt x="49" y="245"/>
                    <a:pt x="49" y="245"/>
                    <a:pt x="49" y="245"/>
                  </a:cubicBezTo>
                  <a:cubicBezTo>
                    <a:pt x="49" y="238"/>
                    <a:pt x="54" y="234"/>
                    <a:pt x="61" y="234"/>
                  </a:cubicBezTo>
                  <a:cubicBezTo>
                    <a:pt x="310" y="234"/>
                    <a:pt x="310" y="234"/>
                    <a:pt x="310" y="234"/>
                  </a:cubicBezTo>
                  <a:cubicBezTo>
                    <a:pt x="310" y="455"/>
                    <a:pt x="310" y="455"/>
                    <a:pt x="310" y="455"/>
                  </a:cubicBezTo>
                  <a:cubicBezTo>
                    <a:pt x="310" y="471"/>
                    <a:pt x="297" y="483"/>
                    <a:pt x="281" y="483"/>
                  </a:cubicBezTo>
                  <a:cubicBezTo>
                    <a:pt x="266" y="483"/>
                    <a:pt x="254" y="471"/>
                    <a:pt x="254" y="455"/>
                  </a:cubicBezTo>
                  <a:cubicBezTo>
                    <a:pt x="254" y="366"/>
                    <a:pt x="254" y="366"/>
                    <a:pt x="254" y="366"/>
                  </a:cubicBezTo>
                  <a:cubicBezTo>
                    <a:pt x="254" y="330"/>
                    <a:pt x="225" y="301"/>
                    <a:pt x="189" y="301"/>
                  </a:cubicBezTo>
                  <a:cubicBezTo>
                    <a:pt x="153" y="301"/>
                    <a:pt x="124" y="330"/>
                    <a:pt x="124" y="366"/>
                  </a:cubicBezTo>
                  <a:cubicBezTo>
                    <a:pt x="124" y="455"/>
                    <a:pt x="124" y="455"/>
                    <a:pt x="124" y="455"/>
                  </a:cubicBezTo>
                  <a:cubicBezTo>
                    <a:pt x="124" y="542"/>
                    <a:pt x="194" y="612"/>
                    <a:pt x="281" y="612"/>
                  </a:cubicBezTo>
                  <a:cubicBezTo>
                    <a:pt x="369" y="612"/>
                    <a:pt x="440" y="542"/>
                    <a:pt x="440" y="455"/>
                  </a:cubicBezTo>
                  <a:cubicBezTo>
                    <a:pt x="440" y="234"/>
                    <a:pt x="440" y="234"/>
                    <a:pt x="440" y="234"/>
                  </a:cubicBezTo>
                  <a:cubicBezTo>
                    <a:pt x="501" y="234"/>
                    <a:pt x="501" y="234"/>
                    <a:pt x="501" y="234"/>
                  </a:cubicBezTo>
                  <a:cubicBezTo>
                    <a:pt x="514" y="234"/>
                    <a:pt x="525" y="223"/>
                    <a:pt x="525" y="209"/>
                  </a:cubicBezTo>
                  <a:cubicBezTo>
                    <a:pt x="525" y="196"/>
                    <a:pt x="514" y="185"/>
                    <a:pt x="501" y="185"/>
                  </a:cubicBezTo>
                  <a:cubicBezTo>
                    <a:pt x="440" y="185"/>
                    <a:pt x="440" y="185"/>
                    <a:pt x="440" y="185"/>
                  </a:cubicBezTo>
                  <a:cubicBezTo>
                    <a:pt x="440" y="145"/>
                    <a:pt x="440" y="145"/>
                    <a:pt x="440" y="145"/>
                  </a:cubicBezTo>
                  <a:cubicBezTo>
                    <a:pt x="440" y="135"/>
                    <a:pt x="439" y="126"/>
                    <a:pt x="437" y="117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84" y="260"/>
                    <a:pt x="884" y="260"/>
                    <a:pt x="884" y="260"/>
                  </a:cubicBezTo>
                  <a:cubicBezTo>
                    <a:pt x="890" y="290"/>
                    <a:pt x="915" y="311"/>
                    <a:pt x="944" y="311"/>
                  </a:cubicBezTo>
                  <a:cubicBezTo>
                    <a:pt x="947" y="311"/>
                    <a:pt x="951" y="311"/>
                    <a:pt x="954" y="311"/>
                  </a:cubicBezTo>
                  <a:cubicBezTo>
                    <a:pt x="1161" y="278"/>
                    <a:pt x="1161" y="278"/>
                    <a:pt x="1161" y="278"/>
                  </a:cubicBezTo>
                  <a:cubicBezTo>
                    <a:pt x="1276" y="1010"/>
                    <a:pt x="1276" y="1010"/>
                    <a:pt x="1276" y="1010"/>
                  </a:cubicBezTo>
                  <a:cubicBezTo>
                    <a:pt x="1277" y="1021"/>
                    <a:pt x="1287" y="1030"/>
                    <a:pt x="1299" y="1030"/>
                  </a:cubicBezTo>
                  <a:cubicBezTo>
                    <a:pt x="1301" y="1030"/>
                    <a:pt x="1302" y="1030"/>
                    <a:pt x="1303" y="1030"/>
                  </a:cubicBezTo>
                  <a:cubicBezTo>
                    <a:pt x="1316" y="1028"/>
                    <a:pt x="1326" y="1015"/>
                    <a:pt x="1323" y="1002"/>
                  </a:cubicBezTo>
                  <a:cubicBezTo>
                    <a:pt x="1206" y="247"/>
                    <a:pt x="1206" y="247"/>
                    <a:pt x="1206" y="247"/>
                  </a:cubicBezTo>
                  <a:cubicBezTo>
                    <a:pt x="1205" y="240"/>
                    <a:pt x="1202" y="235"/>
                    <a:pt x="1196" y="231"/>
                  </a:cubicBezTo>
                  <a:cubicBezTo>
                    <a:pt x="888" y="4"/>
                    <a:pt x="888" y="4"/>
                    <a:pt x="888" y="4"/>
                  </a:cubicBezTo>
                  <a:cubicBezTo>
                    <a:pt x="884" y="2"/>
                    <a:pt x="880" y="0"/>
                    <a:pt x="876" y="0"/>
                  </a:cubicBezTo>
                  <a:lnTo>
                    <a:pt x="869" y="0"/>
                  </a:lnTo>
                  <a:cubicBezTo>
                    <a:pt x="416" y="71"/>
                    <a:pt x="416" y="71"/>
                    <a:pt x="416" y="71"/>
                  </a:cubicBezTo>
                  <a:cubicBezTo>
                    <a:pt x="393" y="39"/>
                    <a:pt x="355" y="18"/>
                    <a:pt x="313" y="18"/>
                  </a:cubicBezTo>
                  <a:cubicBezTo>
                    <a:pt x="211" y="18"/>
                    <a:pt x="211" y="18"/>
                    <a:pt x="211" y="18"/>
                  </a:cubicBezTo>
                  <a:cubicBezTo>
                    <a:pt x="141" y="18"/>
                    <a:pt x="85" y="75"/>
                    <a:pt x="85" y="145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61" y="185"/>
                    <a:pt x="61" y="185"/>
                    <a:pt x="61" y="185"/>
                  </a:cubicBezTo>
                  <a:cubicBezTo>
                    <a:pt x="27" y="185"/>
                    <a:pt x="0" y="211"/>
                    <a:pt x="0" y="245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13"/>
                    <a:pt x="12" y="1224"/>
                    <a:pt x="25" y="1224"/>
                  </a:cubicBezTo>
                  <a:moveTo>
                    <a:pt x="946" y="262"/>
                  </a:moveTo>
                  <a:lnTo>
                    <a:pt x="946" y="262"/>
                  </a:lnTo>
                  <a:cubicBezTo>
                    <a:pt x="940" y="263"/>
                    <a:pt x="934" y="259"/>
                    <a:pt x="933" y="252"/>
                  </a:cubicBezTo>
                  <a:cubicBezTo>
                    <a:pt x="906" y="79"/>
                    <a:pt x="906" y="79"/>
                    <a:pt x="906" y="79"/>
                  </a:cubicBezTo>
                  <a:cubicBezTo>
                    <a:pt x="1119" y="235"/>
                    <a:pt x="1119" y="235"/>
                    <a:pt x="1119" y="235"/>
                  </a:cubicBezTo>
                  <a:lnTo>
                    <a:pt x="946" y="262"/>
                  </a:lnTo>
                  <a:moveTo>
                    <a:pt x="215" y="185"/>
                  </a:moveTo>
                  <a:lnTo>
                    <a:pt x="215" y="185"/>
                  </a:lnTo>
                  <a:cubicBezTo>
                    <a:pt x="215" y="148"/>
                    <a:pt x="215" y="148"/>
                    <a:pt x="215" y="148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85"/>
                    <a:pt x="310" y="185"/>
                    <a:pt x="310" y="185"/>
                  </a:cubicBezTo>
                  <a:lnTo>
                    <a:pt x="215" y="185"/>
                  </a:lnTo>
                  <a:moveTo>
                    <a:pt x="134" y="145"/>
                  </a:moveTo>
                  <a:lnTo>
                    <a:pt x="134" y="145"/>
                  </a:lnTo>
                  <a:cubicBezTo>
                    <a:pt x="134" y="101"/>
                    <a:pt x="168" y="66"/>
                    <a:pt x="211" y="66"/>
                  </a:cubicBezTo>
                  <a:cubicBezTo>
                    <a:pt x="313" y="66"/>
                    <a:pt x="313" y="66"/>
                    <a:pt x="313" y="66"/>
                  </a:cubicBezTo>
                  <a:cubicBezTo>
                    <a:pt x="356" y="66"/>
                    <a:pt x="391" y="101"/>
                    <a:pt x="391" y="145"/>
                  </a:cubicBezTo>
                  <a:cubicBezTo>
                    <a:pt x="391" y="455"/>
                    <a:pt x="391" y="455"/>
                    <a:pt x="391" y="455"/>
                  </a:cubicBezTo>
                  <a:cubicBezTo>
                    <a:pt x="391" y="515"/>
                    <a:pt x="342" y="564"/>
                    <a:pt x="281" y="564"/>
                  </a:cubicBezTo>
                  <a:cubicBezTo>
                    <a:pt x="222" y="564"/>
                    <a:pt x="173" y="515"/>
                    <a:pt x="173" y="455"/>
                  </a:cubicBezTo>
                  <a:cubicBezTo>
                    <a:pt x="173" y="366"/>
                    <a:pt x="173" y="366"/>
                    <a:pt x="173" y="366"/>
                  </a:cubicBezTo>
                  <a:cubicBezTo>
                    <a:pt x="173" y="358"/>
                    <a:pt x="179" y="350"/>
                    <a:pt x="189" y="350"/>
                  </a:cubicBezTo>
                  <a:cubicBezTo>
                    <a:pt x="198" y="350"/>
                    <a:pt x="205" y="358"/>
                    <a:pt x="205" y="366"/>
                  </a:cubicBezTo>
                  <a:cubicBezTo>
                    <a:pt x="205" y="455"/>
                    <a:pt x="205" y="455"/>
                    <a:pt x="205" y="455"/>
                  </a:cubicBezTo>
                  <a:cubicBezTo>
                    <a:pt x="205" y="498"/>
                    <a:pt x="239" y="531"/>
                    <a:pt x="281" y="531"/>
                  </a:cubicBezTo>
                  <a:cubicBezTo>
                    <a:pt x="324" y="531"/>
                    <a:pt x="359" y="498"/>
                    <a:pt x="359" y="455"/>
                  </a:cubicBezTo>
                  <a:cubicBezTo>
                    <a:pt x="359" y="145"/>
                    <a:pt x="359" y="145"/>
                    <a:pt x="359" y="145"/>
                  </a:cubicBezTo>
                  <a:cubicBezTo>
                    <a:pt x="359" y="120"/>
                    <a:pt x="338" y="99"/>
                    <a:pt x="313" y="99"/>
                  </a:cubicBezTo>
                  <a:cubicBezTo>
                    <a:pt x="211" y="99"/>
                    <a:pt x="211" y="99"/>
                    <a:pt x="211" y="99"/>
                  </a:cubicBezTo>
                  <a:cubicBezTo>
                    <a:pt x="186" y="99"/>
                    <a:pt x="166" y="120"/>
                    <a:pt x="166" y="145"/>
                  </a:cubicBezTo>
                  <a:cubicBezTo>
                    <a:pt x="166" y="185"/>
                    <a:pt x="166" y="185"/>
                    <a:pt x="166" y="185"/>
                  </a:cubicBezTo>
                  <a:cubicBezTo>
                    <a:pt x="134" y="185"/>
                    <a:pt x="134" y="185"/>
                    <a:pt x="134" y="185"/>
                  </a:cubicBezTo>
                  <a:cubicBezTo>
                    <a:pt x="134" y="145"/>
                    <a:pt x="134" y="145"/>
                    <a:pt x="134" y="145"/>
                  </a:cubicBezTo>
                  <a:moveTo>
                    <a:pt x="134" y="145"/>
                  </a:moveTo>
                  <a:lnTo>
                    <a:pt x="134" y="1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892877" y="3253399"/>
              <a:ext cx="69615" cy="13474"/>
            </a:xfrm>
            <a:custGeom>
              <a:avLst/>
              <a:gdLst/>
              <a:ahLst/>
              <a:cxnLst/>
              <a:rect l="l" t="t" r="r" b="b"/>
              <a:pathLst>
                <a:path w="248" h="48" extrusionOk="0">
                  <a:moveTo>
                    <a:pt x="224" y="0"/>
                  </a:moveTo>
                  <a:lnTo>
                    <a:pt x="224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0"/>
                    <a:pt x="0" y="25"/>
                  </a:cubicBezTo>
                  <a:cubicBezTo>
                    <a:pt x="0" y="38"/>
                    <a:pt x="11" y="48"/>
                    <a:pt x="25" y="48"/>
                  </a:cubicBezTo>
                  <a:cubicBezTo>
                    <a:pt x="224" y="48"/>
                    <a:pt x="224" y="48"/>
                    <a:pt x="224" y="48"/>
                  </a:cubicBezTo>
                  <a:cubicBezTo>
                    <a:pt x="237" y="48"/>
                    <a:pt x="248" y="38"/>
                    <a:pt x="248" y="25"/>
                  </a:cubicBezTo>
                  <a:cubicBezTo>
                    <a:pt x="248" y="10"/>
                    <a:pt x="237" y="0"/>
                    <a:pt x="224" y="0"/>
                  </a:cubicBezTo>
                  <a:moveTo>
                    <a:pt x="224" y="0"/>
                  </a:moveTo>
                  <a:lnTo>
                    <a:pt x="2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766559" y="3029676"/>
              <a:ext cx="108072" cy="87019"/>
            </a:xfrm>
            <a:custGeom>
              <a:avLst/>
              <a:gdLst/>
              <a:ahLst/>
              <a:cxnLst/>
              <a:rect l="l" t="t" r="r" b="b"/>
              <a:pathLst>
                <a:path w="385" h="310" extrusionOk="0">
                  <a:moveTo>
                    <a:pt x="361" y="261"/>
                  </a:moveTo>
                  <a:lnTo>
                    <a:pt x="361" y="261"/>
                  </a:lnTo>
                  <a:cubicBezTo>
                    <a:pt x="303" y="261"/>
                    <a:pt x="303" y="261"/>
                    <a:pt x="303" y="261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3" y="39"/>
                    <a:pt x="292" y="28"/>
                    <a:pt x="279" y="28"/>
                  </a:cubicBezTo>
                  <a:cubicBezTo>
                    <a:pt x="265" y="28"/>
                    <a:pt x="254" y="39"/>
                    <a:pt x="254" y="52"/>
                  </a:cubicBezTo>
                  <a:cubicBezTo>
                    <a:pt x="254" y="261"/>
                    <a:pt x="254" y="261"/>
                    <a:pt x="254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7" y="184"/>
                    <a:pt x="217" y="184"/>
                    <a:pt x="217" y="184"/>
                  </a:cubicBezTo>
                  <a:cubicBezTo>
                    <a:pt x="217" y="171"/>
                    <a:pt x="206" y="160"/>
                    <a:pt x="192" y="160"/>
                  </a:cubicBezTo>
                  <a:cubicBezTo>
                    <a:pt x="179" y="160"/>
                    <a:pt x="168" y="171"/>
                    <a:pt x="168" y="184"/>
                  </a:cubicBezTo>
                  <a:cubicBezTo>
                    <a:pt x="168" y="261"/>
                    <a:pt x="168" y="261"/>
                    <a:pt x="168" y="261"/>
                  </a:cubicBezTo>
                  <a:cubicBezTo>
                    <a:pt x="130" y="261"/>
                    <a:pt x="130" y="261"/>
                    <a:pt x="130" y="261"/>
                  </a:cubicBezTo>
                  <a:cubicBezTo>
                    <a:pt x="130" y="124"/>
                    <a:pt x="130" y="124"/>
                    <a:pt x="130" y="124"/>
                  </a:cubicBezTo>
                  <a:cubicBezTo>
                    <a:pt x="130" y="110"/>
                    <a:pt x="120" y="99"/>
                    <a:pt x="107" y="99"/>
                  </a:cubicBezTo>
                  <a:cubicBezTo>
                    <a:pt x="92" y="99"/>
                    <a:pt x="81" y="110"/>
                    <a:pt x="81" y="124"/>
                  </a:cubicBezTo>
                  <a:cubicBezTo>
                    <a:pt x="81" y="261"/>
                    <a:pt x="81" y="261"/>
                    <a:pt x="81" y="261"/>
                  </a:cubicBezTo>
                  <a:cubicBezTo>
                    <a:pt x="49" y="261"/>
                    <a:pt x="49" y="261"/>
                    <a:pt x="49" y="261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0" y="299"/>
                    <a:pt x="11" y="310"/>
                    <a:pt x="25" y="310"/>
                  </a:cubicBezTo>
                  <a:cubicBezTo>
                    <a:pt x="361" y="310"/>
                    <a:pt x="361" y="310"/>
                    <a:pt x="361" y="310"/>
                  </a:cubicBezTo>
                  <a:cubicBezTo>
                    <a:pt x="374" y="310"/>
                    <a:pt x="385" y="299"/>
                    <a:pt x="385" y="285"/>
                  </a:cubicBezTo>
                  <a:cubicBezTo>
                    <a:pt x="385" y="272"/>
                    <a:pt x="374" y="261"/>
                    <a:pt x="361" y="261"/>
                  </a:cubicBezTo>
                  <a:moveTo>
                    <a:pt x="361" y="261"/>
                  </a:moveTo>
                  <a:lnTo>
                    <a:pt x="361" y="2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763752" y="3207925"/>
              <a:ext cx="33685" cy="26106"/>
            </a:xfrm>
            <a:custGeom>
              <a:avLst/>
              <a:gdLst/>
              <a:ahLst/>
              <a:cxnLst/>
              <a:rect l="l" t="t" r="r" b="b"/>
              <a:pathLst>
                <a:path w="120" h="93" extrusionOk="0">
                  <a:moveTo>
                    <a:pt x="78" y="7"/>
                  </a:moveTo>
                  <a:lnTo>
                    <a:pt x="78" y="7"/>
                  </a:lnTo>
                  <a:cubicBezTo>
                    <a:pt x="51" y="34"/>
                    <a:pt x="51" y="34"/>
                    <a:pt x="51" y="3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33" y="15"/>
                    <a:pt x="17" y="15"/>
                    <a:pt x="8" y="25"/>
                  </a:cubicBezTo>
                  <a:cubicBezTo>
                    <a:pt x="-2" y="34"/>
                    <a:pt x="-2" y="50"/>
                    <a:pt x="8" y="59"/>
                  </a:cubicBezTo>
                  <a:cubicBezTo>
                    <a:pt x="34" y="85"/>
                    <a:pt x="34" y="85"/>
                    <a:pt x="34" y="85"/>
                  </a:cubicBezTo>
                  <a:cubicBezTo>
                    <a:pt x="38" y="91"/>
                    <a:pt x="45" y="93"/>
                    <a:pt x="51" y="93"/>
                  </a:cubicBezTo>
                  <a:cubicBezTo>
                    <a:pt x="58" y="93"/>
                    <a:pt x="64" y="91"/>
                    <a:pt x="69" y="85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3" y="32"/>
                    <a:pt x="123" y="16"/>
                    <a:pt x="113" y="7"/>
                  </a:cubicBezTo>
                  <a:cubicBezTo>
                    <a:pt x="103" y="-3"/>
                    <a:pt x="88" y="-3"/>
                    <a:pt x="78" y="7"/>
                  </a:cubicBezTo>
                  <a:moveTo>
                    <a:pt x="78" y="7"/>
                  </a:moveTo>
                  <a:lnTo>
                    <a:pt x="78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860877" y="3213820"/>
              <a:ext cx="103020" cy="13755"/>
            </a:xfrm>
            <a:custGeom>
              <a:avLst/>
              <a:gdLst/>
              <a:ahLst/>
              <a:cxnLst/>
              <a:rect l="l" t="t" r="r" b="b"/>
              <a:pathLst>
                <a:path w="367" h="49" extrusionOk="0">
                  <a:moveTo>
                    <a:pt x="343" y="0"/>
                  </a:moveTo>
                  <a:lnTo>
                    <a:pt x="343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43" y="49"/>
                    <a:pt x="343" y="49"/>
                    <a:pt x="343" y="49"/>
                  </a:cubicBezTo>
                  <a:cubicBezTo>
                    <a:pt x="356" y="49"/>
                    <a:pt x="367" y="38"/>
                    <a:pt x="367" y="25"/>
                  </a:cubicBezTo>
                  <a:cubicBezTo>
                    <a:pt x="367" y="12"/>
                    <a:pt x="356" y="0"/>
                    <a:pt x="343" y="0"/>
                  </a:cubicBezTo>
                  <a:moveTo>
                    <a:pt x="343" y="0"/>
                  </a:moveTo>
                  <a:lnTo>
                    <a:pt x="3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815402" y="3213820"/>
              <a:ext cx="36211" cy="13755"/>
            </a:xfrm>
            <a:custGeom>
              <a:avLst/>
              <a:gdLst/>
              <a:ahLst/>
              <a:cxnLst/>
              <a:rect l="l" t="t" r="r" b="b"/>
              <a:pathLst>
                <a:path w="129" h="49" extrusionOk="0">
                  <a:moveTo>
                    <a:pt x="24" y="0"/>
                  </a:moveTo>
                  <a:lnTo>
                    <a:pt x="24" y="0"/>
                  </a:lnTo>
                  <a:cubicBezTo>
                    <a:pt x="11" y="0"/>
                    <a:pt x="0" y="12"/>
                    <a:pt x="0" y="25"/>
                  </a:cubicBezTo>
                  <a:cubicBezTo>
                    <a:pt x="0" y="38"/>
                    <a:pt x="11" y="49"/>
                    <a:pt x="24" y="49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18" y="49"/>
                    <a:pt x="129" y="38"/>
                    <a:pt x="129" y="25"/>
                  </a:cubicBezTo>
                  <a:cubicBezTo>
                    <a:pt x="129" y="12"/>
                    <a:pt x="118" y="0"/>
                    <a:pt x="105" y="0"/>
                  </a:cubicBezTo>
                  <a:lnTo>
                    <a:pt x="24" y="0"/>
                  </a:lnTo>
                  <a:moveTo>
                    <a:pt x="24" y="0"/>
                  </a:moveTo>
                  <a:lnTo>
                    <a:pt x="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763752" y="3174521"/>
              <a:ext cx="33685" cy="26387"/>
            </a:xfrm>
            <a:custGeom>
              <a:avLst/>
              <a:gdLst/>
              <a:ahLst/>
              <a:cxnLst/>
              <a:rect l="l" t="t" r="r" b="b"/>
              <a:pathLst>
                <a:path w="120" h="94" extrusionOk="0">
                  <a:moveTo>
                    <a:pt x="113" y="7"/>
                  </a:moveTo>
                  <a:lnTo>
                    <a:pt x="113" y="7"/>
                  </a:lnTo>
                  <a:cubicBezTo>
                    <a:pt x="103" y="-3"/>
                    <a:pt x="88" y="-3"/>
                    <a:pt x="78" y="7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33" y="15"/>
                    <a:pt x="17" y="15"/>
                    <a:pt x="8" y="25"/>
                  </a:cubicBezTo>
                  <a:cubicBezTo>
                    <a:pt x="-2" y="34"/>
                    <a:pt x="-2" y="50"/>
                    <a:pt x="8" y="59"/>
                  </a:cubicBezTo>
                  <a:cubicBezTo>
                    <a:pt x="34" y="86"/>
                    <a:pt x="34" y="86"/>
                    <a:pt x="34" y="86"/>
                  </a:cubicBezTo>
                  <a:cubicBezTo>
                    <a:pt x="38" y="90"/>
                    <a:pt x="45" y="94"/>
                    <a:pt x="51" y="94"/>
                  </a:cubicBezTo>
                  <a:cubicBezTo>
                    <a:pt x="58" y="94"/>
                    <a:pt x="64" y="90"/>
                    <a:pt x="69" y="86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123" y="32"/>
                    <a:pt x="123" y="17"/>
                    <a:pt x="113" y="7"/>
                  </a:cubicBezTo>
                  <a:moveTo>
                    <a:pt x="113" y="7"/>
                  </a:moveTo>
                  <a:lnTo>
                    <a:pt x="113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945650" y="3180696"/>
              <a:ext cx="18246" cy="13755"/>
            </a:xfrm>
            <a:custGeom>
              <a:avLst/>
              <a:gdLst/>
              <a:ahLst/>
              <a:cxnLst/>
              <a:rect l="l" t="t" r="r" b="b"/>
              <a:pathLst>
                <a:path w="65" h="49" extrusionOk="0">
                  <a:moveTo>
                    <a:pt x="41" y="0"/>
                  </a:moveTo>
                  <a:lnTo>
                    <a:pt x="41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54" y="49"/>
                    <a:pt x="65" y="38"/>
                    <a:pt x="65" y="25"/>
                  </a:cubicBezTo>
                  <a:cubicBezTo>
                    <a:pt x="65" y="11"/>
                    <a:pt x="54" y="0"/>
                    <a:pt x="41" y="0"/>
                  </a:cubicBezTo>
                  <a:moveTo>
                    <a:pt x="41" y="0"/>
                  </a:moveTo>
                  <a:lnTo>
                    <a:pt x="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898211" y="3180696"/>
              <a:ext cx="36492" cy="13755"/>
            </a:xfrm>
            <a:custGeom>
              <a:avLst/>
              <a:gdLst/>
              <a:ahLst/>
              <a:cxnLst/>
              <a:rect l="l" t="t" r="r" b="b"/>
              <a:pathLst>
                <a:path w="130" h="49" extrusionOk="0">
                  <a:moveTo>
                    <a:pt x="105" y="49"/>
                  </a:moveTo>
                  <a:lnTo>
                    <a:pt x="105" y="49"/>
                  </a:lnTo>
                  <a:cubicBezTo>
                    <a:pt x="119" y="49"/>
                    <a:pt x="130" y="38"/>
                    <a:pt x="130" y="25"/>
                  </a:cubicBezTo>
                  <a:cubicBezTo>
                    <a:pt x="130" y="11"/>
                    <a:pt x="119" y="0"/>
                    <a:pt x="10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lnTo>
                    <a:pt x="105" y="49"/>
                  </a:lnTo>
                  <a:moveTo>
                    <a:pt x="105" y="49"/>
                  </a:moveTo>
                  <a:lnTo>
                    <a:pt x="10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815402" y="3180696"/>
              <a:ext cx="73826" cy="13755"/>
            </a:xfrm>
            <a:custGeom>
              <a:avLst/>
              <a:gdLst/>
              <a:ahLst/>
              <a:cxnLst/>
              <a:rect l="l" t="t" r="r" b="b"/>
              <a:pathLst>
                <a:path w="263" h="49" extrusionOk="0">
                  <a:moveTo>
                    <a:pt x="263" y="25"/>
                  </a:moveTo>
                  <a:lnTo>
                    <a:pt x="263" y="25"/>
                  </a:lnTo>
                  <a:cubicBezTo>
                    <a:pt x="263" y="11"/>
                    <a:pt x="252" y="0"/>
                    <a:pt x="239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4" y="49"/>
                  </a:cubicBezTo>
                  <a:cubicBezTo>
                    <a:pt x="239" y="49"/>
                    <a:pt x="239" y="49"/>
                    <a:pt x="239" y="49"/>
                  </a:cubicBezTo>
                  <a:cubicBezTo>
                    <a:pt x="252" y="49"/>
                    <a:pt x="263" y="38"/>
                    <a:pt x="263" y="25"/>
                  </a:cubicBezTo>
                  <a:moveTo>
                    <a:pt x="263" y="25"/>
                  </a:moveTo>
                  <a:lnTo>
                    <a:pt x="263" y="2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763752" y="3141397"/>
              <a:ext cx="33685" cy="25825"/>
            </a:xfrm>
            <a:custGeom>
              <a:avLst/>
              <a:gdLst/>
              <a:ahLst/>
              <a:cxnLst/>
              <a:rect l="l" t="t" r="r" b="b"/>
              <a:pathLst>
                <a:path w="120" h="92" extrusionOk="0">
                  <a:moveTo>
                    <a:pt x="113" y="6"/>
                  </a:moveTo>
                  <a:lnTo>
                    <a:pt x="113" y="6"/>
                  </a:lnTo>
                  <a:cubicBezTo>
                    <a:pt x="103" y="-3"/>
                    <a:pt x="88" y="-3"/>
                    <a:pt x="78" y="6"/>
                  </a:cubicBezTo>
                  <a:cubicBezTo>
                    <a:pt x="51" y="33"/>
                    <a:pt x="51" y="33"/>
                    <a:pt x="51" y="33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33" y="15"/>
                    <a:pt x="17" y="15"/>
                    <a:pt x="8" y="24"/>
                  </a:cubicBezTo>
                  <a:cubicBezTo>
                    <a:pt x="-2" y="33"/>
                    <a:pt x="-2" y="49"/>
                    <a:pt x="8" y="58"/>
                  </a:cubicBezTo>
                  <a:cubicBezTo>
                    <a:pt x="34" y="86"/>
                    <a:pt x="34" y="86"/>
                    <a:pt x="34" y="86"/>
                  </a:cubicBezTo>
                  <a:cubicBezTo>
                    <a:pt x="38" y="90"/>
                    <a:pt x="45" y="92"/>
                    <a:pt x="51" y="92"/>
                  </a:cubicBezTo>
                  <a:cubicBezTo>
                    <a:pt x="58" y="92"/>
                    <a:pt x="64" y="90"/>
                    <a:pt x="69" y="86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3" y="31"/>
                    <a:pt x="123" y="16"/>
                    <a:pt x="113" y="6"/>
                  </a:cubicBezTo>
                  <a:moveTo>
                    <a:pt x="113" y="6"/>
                  </a:moveTo>
                  <a:lnTo>
                    <a:pt x="113" y="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860877" y="3147573"/>
              <a:ext cx="103020" cy="13474"/>
            </a:xfrm>
            <a:custGeom>
              <a:avLst/>
              <a:gdLst/>
              <a:ahLst/>
              <a:cxnLst/>
              <a:rect l="l" t="t" r="r" b="b"/>
              <a:pathLst>
                <a:path w="367" h="48" extrusionOk="0">
                  <a:moveTo>
                    <a:pt x="343" y="0"/>
                  </a:moveTo>
                  <a:lnTo>
                    <a:pt x="343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38"/>
                    <a:pt x="11" y="48"/>
                    <a:pt x="25" y="48"/>
                  </a:cubicBezTo>
                  <a:cubicBezTo>
                    <a:pt x="343" y="48"/>
                    <a:pt x="343" y="48"/>
                    <a:pt x="343" y="48"/>
                  </a:cubicBezTo>
                  <a:cubicBezTo>
                    <a:pt x="356" y="48"/>
                    <a:pt x="367" y="38"/>
                    <a:pt x="367" y="23"/>
                  </a:cubicBezTo>
                  <a:cubicBezTo>
                    <a:pt x="367" y="10"/>
                    <a:pt x="356" y="0"/>
                    <a:pt x="343" y="0"/>
                  </a:cubicBezTo>
                  <a:moveTo>
                    <a:pt x="343" y="0"/>
                  </a:moveTo>
                  <a:lnTo>
                    <a:pt x="34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815402" y="3147573"/>
              <a:ext cx="36211" cy="13474"/>
            </a:xfrm>
            <a:custGeom>
              <a:avLst/>
              <a:gdLst/>
              <a:ahLst/>
              <a:cxnLst/>
              <a:rect l="l" t="t" r="r" b="b"/>
              <a:pathLst>
                <a:path w="129" h="48" extrusionOk="0">
                  <a:moveTo>
                    <a:pt x="24" y="48"/>
                  </a:moveTo>
                  <a:lnTo>
                    <a:pt x="24" y="48"/>
                  </a:lnTo>
                  <a:cubicBezTo>
                    <a:pt x="105" y="48"/>
                    <a:pt x="105" y="48"/>
                    <a:pt x="105" y="48"/>
                  </a:cubicBezTo>
                  <a:cubicBezTo>
                    <a:pt x="118" y="48"/>
                    <a:pt x="129" y="38"/>
                    <a:pt x="129" y="23"/>
                  </a:cubicBezTo>
                  <a:cubicBezTo>
                    <a:pt x="129" y="10"/>
                    <a:pt x="118" y="0"/>
                    <a:pt x="1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38"/>
                    <a:pt x="11" y="48"/>
                    <a:pt x="24" y="48"/>
                  </a:cubicBezTo>
                  <a:moveTo>
                    <a:pt x="24" y="48"/>
                  </a:moveTo>
                  <a:lnTo>
                    <a:pt x="2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31"/>
          <p:cNvGrpSpPr/>
          <p:nvPr/>
        </p:nvGrpSpPr>
        <p:grpSpPr>
          <a:xfrm>
            <a:off x="2457044" y="2800086"/>
            <a:ext cx="343359" cy="365774"/>
            <a:chOff x="2381185" y="4138467"/>
            <a:chExt cx="437623" cy="468220"/>
          </a:xfrm>
        </p:grpSpPr>
        <p:sp>
          <p:nvSpPr>
            <p:cNvPr id="414" name="Google Shape;414;p31"/>
            <p:cNvSpPr/>
            <p:nvPr/>
          </p:nvSpPr>
          <p:spPr>
            <a:xfrm>
              <a:off x="2381185" y="4138467"/>
              <a:ext cx="437623" cy="468220"/>
            </a:xfrm>
            <a:custGeom>
              <a:avLst/>
              <a:gdLst/>
              <a:ahLst/>
              <a:cxnLst/>
              <a:rect l="l" t="t" r="r" b="b"/>
              <a:pathLst>
                <a:path w="1559" h="1668" extrusionOk="0">
                  <a:moveTo>
                    <a:pt x="1500" y="1518"/>
                  </a:moveTo>
                  <a:lnTo>
                    <a:pt x="1500" y="1518"/>
                  </a:lnTo>
                  <a:cubicBezTo>
                    <a:pt x="1487" y="1518"/>
                    <a:pt x="1487" y="1518"/>
                    <a:pt x="1487" y="1518"/>
                  </a:cubicBezTo>
                  <a:cubicBezTo>
                    <a:pt x="1487" y="1477"/>
                    <a:pt x="1487" y="1477"/>
                    <a:pt x="1487" y="1477"/>
                  </a:cubicBezTo>
                  <a:cubicBezTo>
                    <a:pt x="1487" y="1443"/>
                    <a:pt x="1460" y="1417"/>
                    <a:pt x="1427" y="1417"/>
                  </a:cubicBezTo>
                  <a:cubicBezTo>
                    <a:pt x="1384" y="1417"/>
                    <a:pt x="1384" y="1417"/>
                    <a:pt x="1384" y="1417"/>
                  </a:cubicBezTo>
                  <a:cubicBezTo>
                    <a:pt x="1384" y="831"/>
                    <a:pt x="1384" y="831"/>
                    <a:pt x="1384" y="831"/>
                  </a:cubicBezTo>
                  <a:cubicBezTo>
                    <a:pt x="1412" y="823"/>
                    <a:pt x="1432" y="798"/>
                    <a:pt x="1432" y="769"/>
                  </a:cubicBezTo>
                  <a:cubicBezTo>
                    <a:pt x="1432" y="711"/>
                    <a:pt x="1432" y="711"/>
                    <a:pt x="1432" y="711"/>
                  </a:cubicBezTo>
                  <a:cubicBezTo>
                    <a:pt x="1463" y="709"/>
                    <a:pt x="1487" y="683"/>
                    <a:pt x="1487" y="651"/>
                  </a:cubicBezTo>
                  <a:cubicBezTo>
                    <a:pt x="1487" y="579"/>
                    <a:pt x="1487" y="579"/>
                    <a:pt x="1487" y="579"/>
                  </a:cubicBezTo>
                  <a:cubicBezTo>
                    <a:pt x="1487" y="546"/>
                    <a:pt x="1460" y="519"/>
                    <a:pt x="1427" y="519"/>
                  </a:cubicBezTo>
                  <a:cubicBezTo>
                    <a:pt x="1397" y="519"/>
                    <a:pt x="1397" y="519"/>
                    <a:pt x="1397" y="519"/>
                  </a:cubicBezTo>
                  <a:cubicBezTo>
                    <a:pt x="817" y="15"/>
                    <a:pt x="817" y="15"/>
                    <a:pt x="817" y="15"/>
                  </a:cubicBezTo>
                  <a:cubicBezTo>
                    <a:pt x="794" y="-5"/>
                    <a:pt x="761" y="-5"/>
                    <a:pt x="739" y="15"/>
                  </a:cubicBezTo>
                  <a:cubicBezTo>
                    <a:pt x="159" y="519"/>
                    <a:pt x="159" y="519"/>
                    <a:pt x="159" y="519"/>
                  </a:cubicBezTo>
                  <a:cubicBezTo>
                    <a:pt x="129" y="519"/>
                    <a:pt x="129" y="519"/>
                    <a:pt x="129" y="519"/>
                  </a:cubicBezTo>
                  <a:cubicBezTo>
                    <a:pt x="96" y="519"/>
                    <a:pt x="70" y="546"/>
                    <a:pt x="70" y="579"/>
                  </a:cubicBezTo>
                  <a:cubicBezTo>
                    <a:pt x="70" y="651"/>
                    <a:pt x="70" y="651"/>
                    <a:pt x="70" y="651"/>
                  </a:cubicBezTo>
                  <a:cubicBezTo>
                    <a:pt x="70" y="684"/>
                    <a:pt x="95" y="710"/>
                    <a:pt x="127" y="711"/>
                  </a:cubicBezTo>
                  <a:cubicBezTo>
                    <a:pt x="127" y="769"/>
                    <a:pt x="127" y="769"/>
                    <a:pt x="127" y="769"/>
                  </a:cubicBezTo>
                  <a:cubicBezTo>
                    <a:pt x="127" y="798"/>
                    <a:pt x="147" y="823"/>
                    <a:pt x="174" y="831"/>
                  </a:cubicBezTo>
                  <a:cubicBezTo>
                    <a:pt x="174" y="1417"/>
                    <a:pt x="174" y="1417"/>
                    <a:pt x="174" y="1417"/>
                  </a:cubicBezTo>
                  <a:cubicBezTo>
                    <a:pt x="129" y="1417"/>
                    <a:pt x="129" y="1417"/>
                    <a:pt x="129" y="1417"/>
                  </a:cubicBezTo>
                  <a:cubicBezTo>
                    <a:pt x="96" y="1417"/>
                    <a:pt x="70" y="1443"/>
                    <a:pt x="70" y="1477"/>
                  </a:cubicBezTo>
                  <a:cubicBezTo>
                    <a:pt x="70" y="1518"/>
                    <a:pt x="70" y="1518"/>
                    <a:pt x="70" y="1518"/>
                  </a:cubicBezTo>
                  <a:cubicBezTo>
                    <a:pt x="60" y="1518"/>
                    <a:pt x="60" y="1518"/>
                    <a:pt x="60" y="1518"/>
                  </a:cubicBezTo>
                  <a:cubicBezTo>
                    <a:pt x="26" y="1518"/>
                    <a:pt x="0" y="1546"/>
                    <a:pt x="0" y="1578"/>
                  </a:cubicBezTo>
                  <a:cubicBezTo>
                    <a:pt x="0" y="1609"/>
                    <a:pt x="0" y="1609"/>
                    <a:pt x="0" y="1609"/>
                  </a:cubicBezTo>
                  <a:cubicBezTo>
                    <a:pt x="0" y="1642"/>
                    <a:pt x="26" y="1668"/>
                    <a:pt x="60" y="1668"/>
                  </a:cubicBezTo>
                  <a:cubicBezTo>
                    <a:pt x="1500" y="1668"/>
                    <a:pt x="1500" y="1668"/>
                    <a:pt x="1500" y="1668"/>
                  </a:cubicBezTo>
                  <a:cubicBezTo>
                    <a:pt x="1532" y="1668"/>
                    <a:pt x="1559" y="1642"/>
                    <a:pt x="1559" y="1609"/>
                  </a:cubicBezTo>
                  <a:cubicBezTo>
                    <a:pt x="1559" y="1578"/>
                    <a:pt x="1559" y="1578"/>
                    <a:pt x="1559" y="1578"/>
                  </a:cubicBezTo>
                  <a:cubicBezTo>
                    <a:pt x="1559" y="1546"/>
                    <a:pt x="1532" y="1518"/>
                    <a:pt x="1500" y="1518"/>
                  </a:cubicBezTo>
                  <a:moveTo>
                    <a:pt x="1291" y="1417"/>
                  </a:moveTo>
                  <a:lnTo>
                    <a:pt x="1291" y="1417"/>
                  </a:lnTo>
                  <a:cubicBezTo>
                    <a:pt x="1291" y="833"/>
                    <a:pt x="1291" y="833"/>
                    <a:pt x="1291" y="833"/>
                  </a:cubicBezTo>
                  <a:cubicBezTo>
                    <a:pt x="1335" y="833"/>
                    <a:pt x="1335" y="833"/>
                    <a:pt x="1335" y="833"/>
                  </a:cubicBezTo>
                  <a:cubicBezTo>
                    <a:pt x="1335" y="1417"/>
                    <a:pt x="1335" y="1417"/>
                    <a:pt x="1335" y="1417"/>
                  </a:cubicBezTo>
                  <a:lnTo>
                    <a:pt x="1291" y="1417"/>
                  </a:lnTo>
                  <a:moveTo>
                    <a:pt x="1196" y="1417"/>
                  </a:moveTo>
                  <a:lnTo>
                    <a:pt x="1196" y="1417"/>
                  </a:lnTo>
                  <a:cubicBezTo>
                    <a:pt x="1196" y="1126"/>
                    <a:pt x="1196" y="1126"/>
                    <a:pt x="1196" y="1126"/>
                  </a:cubicBezTo>
                  <a:cubicBezTo>
                    <a:pt x="1196" y="1113"/>
                    <a:pt x="1185" y="1102"/>
                    <a:pt x="1172" y="1102"/>
                  </a:cubicBezTo>
                  <a:cubicBezTo>
                    <a:pt x="1159" y="1102"/>
                    <a:pt x="1148" y="1113"/>
                    <a:pt x="1148" y="1126"/>
                  </a:cubicBezTo>
                  <a:cubicBezTo>
                    <a:pt x="1148" y="1417"/>
                    <a:pt x="1148" y="1417"/>
                    <a:pt x="1148" y="1417"/>
                  </a:cubicBezTo>
                  <a:cubicBezTo>
                    <a:pt x="897" y="1417"/>
                    <a:pt x="897" y="1417"/>
                    <a:pt x="897" y="1417"/>
                  </a:cubicBezTo>
                  <a:cubicBezTo>
                    <a:pt x="897" y="831"/>
                    <a:pt x="897" y="831"/>
                    <a:pt x="897" y="831"/>
                  </a:cubicBezTo>
                  <a:cubicBezTo>
                    <a:pt x="924" y="823"/>
                    <a:pt x="943" y="798"/>
                    <a:pt x="943" y="769"/>
                  </a:cubicBezTo>
                  <a:cubicBezTo>
                    <a:pt x="943" y="711"/>
                    <a:pt x="943" y="711"/>
                    <a:pt x="943" y="711"/>
                  </a:cubicBezTo>
                  <a:cubicBezTo>
                    <a:pt x="1101" y="711"/>
                    <a:pt x="1101" y="711"/>
                    <a:pt x="1101" y="711"/>
                  </a:cubicBezTo>
                  <a:cubicBezTo>
                    <a:pt x="1101" y="769"/>
                    <a:pt x="1101" y="769"/>
                    <a:pt x="1101" y="769"/>
                  </a:cubicBezTo>
                  <a:cubicBezTo>
                    <a:pt x="1101" y="798"/>
                    <a:pt x="1120" y="823"/>
                    <a:pt x="1148" y="831"/>
                  </a:cubicBezTo>
                  <a:cubicBezTo>
                    <a:pt x="1148" y="1018"/>
                    <a:pt x="1148" y="1018"/>
                    <a:pt x="1148" y="1018"/>
                  </a:cubicBezTo>
                  <a:cubicBezTo>
                    <a:pt x="1148" y="1031"/>
                    <a:pt x="1159" y="1043"/>
                    <a:pt x="1172" y="1043"/>
                  </a:cubicBezTo>
                  <a:cubicBezTo>
                    <a:pt x="1185" y="1043"/>
                    <a:pt x="1196" y="1031"/>
                    <a:pt x="1196" y="1018"/>
                  </a:cubicBezTo>
                  <a:cubicBezTo>
                    <a:pt x="1196" y="833"/>
                    <a:pt x="1196" y="833"/>
                    <a:pt x="1196" y="833"/>
                  </a:cubicBezTo>
                  <a:cubicBezTo>
                    <a:pt x="1242" y="833"/>
                    <a:pt x="1242" y="833"/>
                    <a:pt x="1242" y="833"/>
                  </a:cubicBezTo>
                  <a:cubicBezTo>
                    <a:pt x="1242" y="1417"/>
                    <a:pt x="1242" y="1417"/>
                    <a:pt x="1242" y="1417"/>
                  </a:cubicBezTo>
                  <a:lnTo>
                    <a:pt x="1196" y="1417"/>
                  </a:lnTo>
                  <a:moveTo>
                    <a:pt x="802" y="1417"/>
                  </a:moveTo>
                  <a:lnTo>
                    <a:pt x="802" y="1417"/>
                  </a:lnTo>
                  <a:cubicBezTo>
                    <a:pt x="802" y="833"/>
                    <a:pt x="802" y="833"/>
                    <a:pt x="802" y="833"/>
                  </a:cubicBezTo>
                  <a:cubicBezTo>
                    <a:pt x="848" y="833"/>
                    <a:pt x="848" y="833"/>
                    <a:pt x="848" y="833"/>
                  </a:cubicBezTo>
                  <a:cubicBezTo>
                    <a:pt x="848" y="1417"/>
                    <a:pt x="848" y="1417"/>
                    <a:pt x="848" y="1417"/>
                  </a:cubicBezTo>
                  <a:lnTo>
                    <a:pt x="802" y="1417"/>
                  </a:lnTo>
                  <a:moveTo>
                    <a:pt x="709" y="1417"/>
                  </a:moveTo>
                  <a:lnTo>
                    <a:pt x="709" y="1417"/>
                  </a:lnTo>
                  <a:cubicBezTo>
                    <a:pt x="709" y="833"/>
                    <a:pt x="709" y="833"/>
                    <a:pt x="709" y="833"/>
                  </a:cubicBezTo>
                  <a:cubicBezTo>
                    <a:pt x="753" y="833"/>
                    <a:pt x="753" y="833"/>
                    <a:pt x="753" y="833"/>
                  </a:cubicBezTo>
                  <a:cubicBezTo>
                    <a:pt x="753" y="1417"/>
                    <a:pt x="753" y="1417"/>
                    <a:pt x="753" y="1417"/>
                  </a:cubicBezTo>
                  <a:lnTo>
                    <a:pt x="709" y="1417"/>
                  </a:lnTo>
                  <a:moveTo>
                    <a:pt x="411" y="1417"/>
                  </a:moveTo>
                  <a:lnTo>
                    <a:pt x="411" y="1417"/>
                  </a:lnTo>
                  <a:cubicBezTo>
                    <a:pt x="411" y="831"/>
                    <a:pt x="411" y="831"/>
                    <a:pt x="411" y="831"/>
                  </a:cubicBezTo>
                  <a:cubicBezTo>
                    <a:pt x="438" y="823"/>
                    <a:pt x="459" y="798"/>
                    <a:pt x="459" y="769"/>
                  </a:cubicBezTo>
                  <a:cubicBezTo>
                    <a:pt x="459" y="711"/>
                    <a:pt x="459" y="711"/>
                    <a:pt x="459" y="711"/>
                  </a:cubicBezTo>
                  <a:cubicBezTo>
                    <a:pt x="612" y="711"/>
                    <a:pt x="612" y="711"/>
                    <a:pt x="612" y="711"/>
                  </a:cubicBezTo>
                  <a:cubicBezTo>
                    <a:pt x="612" y="769"/>
                    <a:pt x="612" y="769"/>
                    <a:pt x="612" y="769"/>
                  </a:cubicBezTo>
                  <a:cubicBezTo>
                    <a:pt x="612" y="798"/>
                    <a:pt x="632" y="823"/>
                    <a:pt x="660" y="831"/>
                  </a:cubicBezTo>
                  <a:cubicBezTo>
                    <a:pt x="660" y="1417"/>
                    <a:pt x="660" y="1417"/>
                    <a:pt x="660" y="1417"/>
                  </a:cubicBezTo>
                  <a:lnTo>
                    <a:pt x="411" y="1417"/>
                  </a:lnTo>
                  <a:moveTo>
                    <a:pt x="317" y="1417"/>
                  </a:moveTo>
                  <a:lnTo>
                    <a:pt x="317" y="1417"/>
                  </a:lnTo>
                  <a:cubicBezTo>
                    <a:pt x="317" y="833"/>
                    <a:pt x="317" y="833"/>
                    <a:pt x="317" y="833"/>
                  </a:cubicBezTo>
                  <a:cubicBezTo>
                    <a:pt x="362" y="833"/>
                    <a:pt x="362" y="833"/>
                    <a:pt x="362" y="833"/>
                  </a:cubicBezTo>
                  <a:cubicBezTo>
                    <a:pt x="362" y="1417"/>
                    <a:pt x="362" y="1417"/>
                    <a:pt x="362" y="1417"/>
                  </a:cubicBezTo>
                  <a:lnTo>
                    <a:pt x="317" y="1417"/>
                  </a:lnTo>
                  <a:moveTo>
                    <a:pt x="191" y="784"/>
                  </a:moveTo>
                  <a:lnTo>
                    <a:pt x="191" y="784"/>
                  </a:lnTo>
                  <a:cubicBezTo>
                    <a:pt x="183" y="784"/>
                    <a:pt x="176" y="778"/>
                    <a:pt x="176" y="769"/>
                  </a:cubicBezTo>
                  <a:cubicBezTo>
                    <a:pt x="176" y="711"/>
                    <a:pt x="176" y="711"/>
                    <a:pt x="176" y="711"/>
                  </a:cubicBezTo>
                  <a:cubicBezTo>
                    <a:pt x="410" y="711"/>
                    <a:pt x="410" y="711"/>
                    <a:pt x="410" y="711"/>
                  </a:cubicBezTo>
                  <a:cubicBezTo>
                    <a:pt x="410" y="769"/>
                    <a:pt x="410" y="769"/>
                    <a:pt x="410" y="769"/>
                  </a:cubicBezTo>
                  <a:cubicBezTo>
                    <a:pt x="410" y="778"/>
                    <a:pt x="402" y="784"/>
                    <a:pt x="395" y="784"/>
                  </a:cubicBezTo>
                  <a:lnTo>
                    <a:pt x="191" y="784"/>
                  </a:lnTo>
                  <a:moveTo>
                    <a:pt x="894" y="711"/>
                  </a:moveTo>
                  <a:lnTo>
                    <a:pt x="894" y="711"/>
                  </a:lnTo>
                  <a:cubicBezTo>
                    <a:pt x="894" y="769"/>
                    <a:pt x="894" y="769"/>
                    <a:pt x="894" y="769"/>
                  </a:cubicBezTo>
                  <a:cubicBezTo>
                    <a:pt x="894" y="778"/>
                    <a:pt x="888" y="784"/>
                    <a:pt x="879" y="784"/>
                  </a:cubicBezTo>
                  <a:cubicBezTo>
                    <a:pt x="677" y="784"/>
                    <a:pt x="677" y="784"/>
                    <a:pt x="677" y="784"/>
                  </a:cubicBezTo>
                  <a:cubicBezTo>
                    <a:pt x="668" y="784"/>
                    <a:pt x="661" y="778"/>
                    <a:pt x="661" y="769"/>
                  </a:cubicBezTo>
                  <a:cubicBezTo>
                    <a:pt x="661" y="711"/>
                    <a:pt x="661" y="711"/>
                    <a:pt x="661" y="711"/>
                  </a:cubicBezTo>
                  <a:lnTo>
                    <a:pt x="894" y="711"/>
                  </a:lnTo>
                  <a:moveTo>
                    <a:pt x="1383" y="711"/>
                  </a:moveTo>
                  <a:lnTo>
                    <a:pt x="1383" y="711"/>
                  </a:lnTo>
                  <a:cubicBezTo>
                    <a:pt x="1383" y="769"/>
                    <a:pt x="1383" y="769"/>
                    <a:pt x="1383" y="769"/>
                  </a:cubicBezTo>
                  <a:cubicBezTo>
                    <a:pt x="1383" y="778"/>
                    <a:pt x="1376" y="784"/>
                    <a:pt x="1368" y="784"/>
                  </a:cubicBezTo>
                  <a:cubicBezTo>
                    <a:pt x="1165" y="784"/>
                    <a:pt x="1165" y="784"/>
                    <a:pt x="1165" y="784"/>
                  </a:cubicBezTo>
                  <a:cubicBezTo>
                    <a:pt x="1156" y="784"/>
                    <a:pt x="1150" y="778"/>
                    <a:pt x="1150" y="769"/>
                  </a:cubicBezTo>
                  <a:cubicBezTo>
                    <a:pt x="1150" y="711"/>
                    <a:pt x="1150" y="711"/>
                    <a:pt x="1150" y="711"/>
                  </a:cubicBezTo>
                  <a:lnTo>
                    <a:pt x="1383" y="711"/>
                  </a:lnTo>
                  <a:moveTo>
                    <a:pt x="119" y="651"/>
                  </a:moveTo>
                  <a:lnTo>
                    <a:pt x="119" y="651"/>
                  </a:lnTo>
                  <a:cubicBezTo>
                    <a:pt x="119" y="579"/>
                    <a:pt x="119" y="579"/>
                    <a:pt x="119" y="579"/>
                  </a:cubicBezTo>
                  <a:cubicBezTo>
                    <a:pt x="119" y="572"/>
                    <a:pt x="123" y="568"/>
                    <a:pt x="129" y="568"/>
                  </a:cubicBezTo>
                  <a:cubicBezTo>
                    <a:pt x="349" y="568"/>
                    <a:pt x="349" y="568"/>
                    <a:pt x="349" y="568"/>
                  </a:cubicBezTo>
                  <a:cubicBezTo>
                    <a:pt x="362" y="568"/>
                    <a:pt x="373" y="557"/>
                    <a:pt x="373" y="543"/>
                  </a:cubicBezTo>
                  <a:cubicBezTo>
                    <a:pt x="373" y="530"/>
                    <a:pt x="362" y="519"/>
                    <a:pt x="349" y="519"/>
                  </a:cubicBezTo>
                  <a:cubicBezTo>
                    <a:pt x="233" y="519"/>
                    <a:pt x="233" y="519"/>
                    <a:pt x="233" y="519"/>
                  </a:cubicBezTo>
                  <a:cubicBezTo>
                    <a:pt x="770" y="52"/>
                    <a:pt x="770" y="52"/>
                    <a:pt x="770" y="52"/>
                  </a:cubicBezTo>
                  <a:cubicBezTo>
                    <a:pt x="775" y="47"/>
                    <a:pt x="781" y="47"/>
                    <a:pt x="786" y="52"/>
                  </a:cubicBezTo>
                  <a:cubicBezTo>
                    <a:pt x="1322" y="519"/>
                    <a:pt x="1322" y="519"/>
                    <a:pt x="1322" y="519"/>
                  </a:cubicBezTo>
                  <a:cubicBezTo>
                    <a:pt x="962" y="519"/>
                    <a:pt x="962" y="519"/>
                    <a:pt x="962" y="519"/>
                  </a:cubicBezTo>
                  <a:cubicBezTo>
                    <a:pt x="986" y="483"/>
                    <a:pt x="1000" y="441"/>
                    <a:pt x="1000" y="395"/>
                  </a:cubicBezTo>
                  <a:cubicBezTo>
                    <a:pt x="1000" y="273"/>
                    <a:pt x="901" y="174"/>
                    <a:pt x="779" y="174"/>
                  </a:cubicBezTo>
                  <a:cubicBezTo>
                    <a:pt x="657" y="174"/>
                    <a:pt x="559" y="273"/>
                    <a:pt x="559" y="395"/>
                  </a:cubicBezTo>
                  <a:cubicBezTo>
                    <a:pt x="559" y="441"/>
                    <a:pt x="573" y="483"/>
                    <a:pt x="598" y="519"/>
                  </a:cubicBezTo>
                  <a:cubicBezTo>
                    <a:pt x="458" y="519"/>
                    <a:pt x="458" y="519"/>
                    <a:pt x="458" y="519"/>
                  </a:cubicBezTo>
                  <a:cubicBezTo>
                    <a:pt x="444" y="519"/>
                    <a:pt x="433" y="530"/>
                    <a:pt x="433" y="543"/>
                  </a:cubicBezTo>
                  <a:cubicBezTo>
                    <a:pt x="433" y="557"/>
                    <a:pt x="444" y="568"/>
                    <a:pt x="458" y="568"/>
                  </a:cubicBezTo>
                  <a:cubicBezTo>
                    <a:pt x="643" y="568"/>
                    <a:pt x="643" y="568"/>
                    <a:pt x="643" y="568"/>
                  </a:cubicBezTo>
                  <a:cubicBezTo>
                    <a:pt x="680" y="597"/>
                    <a:pt x="728" y="614"/>
                    <a:pt x="779" y="614"/>
                  </a:cubicBezTo>
                  <a:cubicBezTo>
                    <a:pt x="830" y="614"/>
                    <a:pt x="878" y="597"/>
                    <a:pt x="916" y="568"/>
                  </a:cubicBezTo>
                  <a:cubicBezTo>
                    <a:pt x="1427" y="568"/>
                    <a:pt x="1427" y="568"/>
                    <a:pt x="1427" y="568"/>
                  </a:cubicBezTo>
                  <a:cubicBezTo>
                    <a:pt x="1433" y="568"/>
                    <a:pt x="1438" y="572"/>
                    <a:pt x="1438" y="579"/>
                  </a:cubicBezTo>
                  <a:cubicBezTo>
                    <a:pt x="1438" y="651"/>
                    <a:pt x="1438" y="651"/>
                    <a:pt x="1438" y="651"/>
                  </a:cubicBezTo>
                  <a:cubicBezTo>
                    <a:pt x="1438" y="658"/>
                    <a:pt x="1433" y="662"/>
                    <a:pt x="1427" y="662"/>
                  </a:cubicBezTo>
                  <a:cubicBezTo>
                    <a:pt x="1407" y="662"/>
                    <a:pt x="1407" y="662"/>
                    <a:pt x="1407" y="662"/>
                  </a:cubicBezTo>
                  <a:lnTo>
                    <a:pt x="1407" y="662"/>
                  </a:lnTo>
                  <a:lnTo>
                    <a:pt x="1407" y="662"/>
                  </a:lnTo>
                  <a:cubicBezTo>
                    <a:pt x="1125" y="662"/>
                    <a:pt x="1125" y="662"/>
                    <a:pt x="1125" y="662"/>
                  </a:cubicBezTo>
                  <a:lnTo>
                    <a:pt x="1125" y="662"/>
                  </a:lnTo>
                  <a:lnTo>
                    <a:pt x="1125" y="662"/>
                  </a:lnTo>
                  <a:cubicBezTo>
                    <a:pt x="919" y="662"/>
                    <a:pt x="919" y="662"/>
                    <a:pt x="919" y="662"/>
                  </a:cubicBezTo>
                  <a:lnTo>
                    <a:pt x="919" y="662"/>
                  </a:lnTo>
                  <a:lnTo>
                    <a:pt x="919" y="662"/>
                  </a:lnTo>
                  <a:cubicBezTo>
                    <a:pt x="637" y="662"/>
                    <a:pt x="637" y="662"/>
                    <a:pt x="637" y="662"/>
                  </a:cubicBezTo>
                  <a:lnTo>
                    <a:pt x="637" y="662"/>
                  </a:lnTo>
                  <a:lnTo>
                    <a:pt x="637" y="662"/>
                  </a:lnTo>
                  <a:cubicBezTo>
                    <a:pt x="434" y="662"/>
                    <a:pt x="434" y="662"/>
                    <a:pt x="434" y="662"/>
                  </a:cubicBezTo>
                  <a:lnTo>
                    <a:pt x="434" y="662"/>
                  </a:lnTo>
                  <a:lnTo>
                    <a:pt x="434" y="662"/>
                  </a:lnTo>
                  <a:cubicBezTo>
                    <a:pt x="151" y="662"/>
                    <a:pt x="151" y="662"/>
                    <a:pt x="151" y="662"/>
                  </a:cubicBezTo>
                  <a:lnTo>
                    <a:pt x="151" y="662"/>
                  </a:lnTo>
                  <a:lnTo>
                    <a:pt x="151" y="662"/>
                  </a:lnTo>
                  <a:cubicBezTo>
                    <a:pt x="129" y="662"/>
                    <a:pt x="129" y="662"/>
                    <a:pt x="129" y="662"/>
                  </a:cubicBezTo>
                  <a:cubicBezTo>
                    <a:pt x="123" y="662"/>
                    <a:pt x="119" y="658"/>
                    <a:pt x="119" y="651"/>
                  </a:cubicBezTo>
                  <a:moveTo>
                    <a:pt x="608" y="395"/>
                  </a:moveTo>
                  <a:lnTo>
                    <a:pt x="608" y="395"/>
                  </a:lnTo>
                  <a:cubicBezTo>
                    <a:pt x="608" y="301"/>
                    <a:pt x="685" y="223"/>
                    <a:pt x="779" y="223"/>
                  </a:cubicBezTo>
                  <a:cubicBezTo>
                    <a:pt x="874" y="223"/>
                    <a:pt x="951" y="301"/>
                    <a:pt x="951" y="395"/>
                  </a:cubicBezTo>
                  <a:cubicBezTo>
                    <a:pt x="951" y="490"/>
                    <a:pt x="874" y="566"/>
                    <a:pt x="779" y="566"/>
                  </a:cubicBezTo>
                  <a:cubicBezTo>
                    <a:pt x="685" y="566"/>
                    <a:pt x="608" y="490"/>
                    <a:pt x="608" y="395"/>
                  </a:cubicBezTo>
                  <a:moveTo>
                    <a:pt x="223" y="833"/>
                  </a:moveTo>
                  <a:lnTo>
                    <a:pt x="223" y="833"/>
                  </a:lnTo>
                  <a:cubicBezTo>
                    <a:pt x="269" y="833"/>
                    <a:pt x="269" y="833"/>
                    <a:pt x="269" y="833"/>
                  </a:cubicBezTo>
                  <a:cubicBezTo>
                    <a:pt x="269" y="1417"/>
                    <a:pt x="269" y="1417"/>
                    <a:pt x="269" y="1417"/>
                  </a:cubicBezTo>
                  <a:cubicBezTo>
                    <a:pt x="223" y="1417"/>
                    <a:pt x="223" y="1417"/>
                    <a:pt x="223" y="1417"/>
                  </a:cubicBezTo>
                  <a:lnTo>
                    <a:pt x="223" y="833"/>
                  </a:lnTo>
                  <a:moveTo>
                    <a:pt x="1510" y="1609"/>
                  </a:moveTo>
                  <a:lnTo>
                    <a:pt x="1510" y="1609"/>
                  </a:lnTo>
                  <a:cubicBezTo>
                    <a:pt x="1510" y="1615"/>
                    <a:pt x="1505" y="1620"/>
                    <a:pt x="1500" y="1620"/>
                  </a:cubicBezTo>
                  <a:cubicBezTo>
                    <a:pt x="60" y="1620"/>
                    <a:pt x="60" y="1620"/>
                    <a:pt x="60" y="1620"/>
                  </a:cubicBezTo>
                  <a:cubicBezTo>
                    <a:pt x="53" y="1620"/>
                    <a:pt x="49" y="1615"/>
                    <a:pt x="49" y="1609"/>
                  </a:cubicBezTo>
                  <a:cubicBezTo>
                    <a:pt x="49" y="1578"/>
                    <a:pt x="49" y="1578"/>
                    <a:pt x="49" y="1578"/>
                  </a:cubicBezTo>
                  <a:cubicBezTo>
                    <a:pt x="49" y="1573"/>
                    <a:pt x="53" y="1567"/>
                    <a:pt x="60" y="1567"/>
                  </a:cubicBezTo>
                  <a:cubicBezTo>
                    <a:pt x="426" y="1567"/>
                    <a:pt x="426" y="1567"/>
                    <a:pt x="426" y="1567"/>
                  </a:cubicBezTo>
                  <a:cubicBezTo>
                    <a:pt x="439" y="1567"/>
                    <a:pt x="450" y="1556"/>
                    <a:pt x="450" y="1543"/>
                  </a:cubicBezTo>
                  <a:cubicBezTo>
                    <a:pt x="450" y="1529"/>
                    <a:pt x="439" y="1518"/>
                    <a:pt x="426" y="1518"/>
                  </a:cubicBezTo>
                  <a:cubicBezTo>
                    <a:pt x="119" y="1518"/>
                    <a:pt x="119" y="1518"/>
                    <a:pt x="119" y="1518"/>
                  </a:cubicBezTo>
                  <a:cubicBezTo>
                    <a:pt x="119" y="1477"/>
                    <a:pt x="119" y="1477"/>
                    <a:pt x="119" y="1477"/>
                  </a:cubicBezTo>
                  <a:cubicBezTo>
                    <a:pt x="119" y="1471"/>
                    <a:pt x="123" y="1466"/>
                    <a:pt x="129" y="1466"/>
                  </a:cubicBezTo>
                  <a:cubicBezTo>
                    <a:pt x="1427" y="1466"/>
                    <a:pt x="1427" y="1466"/>
                    <a:pt x="1427" y="1466"/>
                  </a:cubicBezTo>
                  <a:cubicBezTo>
                    <a:pt x="1433" y="1466"/>
                    <a:pt x="1438" y="1471"/>
                    <a:pt x="1438" y="1477"/>
                  </a:cubicBezTo>
                  <a:cubicBezTo>
                    <a:pt x="1438" y="1518"/>
                    <a:pt x="1438" y="1518"/>
                    <a:pt x="1438" y="1518"/>
                  </a:cubicBezTo>
                  <a:cubicBezTo>
                    <a:pt x="535" y="1518"/>
                    <a:pt x="535" y="1518"/>
                    <a:pt x="535" y="1518"/>
                  </a:cubicBezTo>
                  <a:cubicBezTo>
                    <a:pt x="522" y="1518"/>
                    <a:pt x="510" y="1529"/>
                    <a:pt x="510" y="1543"/>
                  </a:cubicBezTo>
                  <a:cubicBezTo>
                    <a:pt x="510" y="1556"/>
                    <a:pt x="522" y="1567"/>
                    <a:pt x="535" y="1567"/>
                  </a:cubicBezTo>
                  <a:cubicBezTo>
                    <a:pt x="1500" y="1567"/>
                    <a:pt x="1500" y="1567"/>
                    <a:pt x="1500" y="1567"/>
                  </a:cubicBezTo>
                  <a:cubicBezTo>
                    <a:pt x="1505" y="1567"/>
                    <a:pt x="1510" y="1573"/>
                    <a:pt x="1510" y="1578"/>
                  </a:cubicBezTo>
                  <a:lnTo>
                    <a:pt x="1510" y="1609"/>
                  </a:lnTo>
                  <a:moveTo>
                    <a:pt x="1510" y="1609"/>
                  </a:moveTo>
                  <a:lnTo>
                    <a:pt x="1510" y="16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2577960" y="4210890"/>
              <a:ext cx="44071" cy="76914"/>
            </a:xfrm>
            <a:custGeom>
              <a:avLst/>
              <a:gdLst/>
              <a:ahLst/>
              <a:cxnLst/>
              <a:rect l="l" t="t" r="r" b="b"/>
              <a:pathLst>
                <a:path w="157" h="274" extrusionOk="0">
                  <a:moveTo>
                    <a:pt x="103" y="249"/>
                  </a:moveTo>
                  <a:lnTo>
                    <a:pt x="103" y="249"/>
                  </a:lnTo>
                  <a:cubicBezTo>
                    <a:pt x="103" y="246"/>
                    <a:pt x="103" y="246"/>
                    <a:pt x="103" y="246"/>
                  </a:cubicBezTo>
                  <a:cubicBezTo>
                    <a:pt x="134" y="240"/>
                    <a:pt x="157" y="213"/>
                    <a:pt x="157" y="181"/>
                  </a:cubicBezTo>
                  <a:cubicBezTo>
                    <a:pt x="157" y="144"/>
                    <a:pt x="127" y="114"/>
                    <a:pt x="91" y="114"/>
                  </a:cubicBezTo>
                  <a:cubicBezTo>
                    <a:pt x="66" y="114"/>
                    <a:pt x="66" y="114"/>
                    <a:pt x="66" y="114"/>
                  </a:cubicBezTo>
                  <a:cubicBezTo>
                    <a:pt x="56" y="114"/>
                    <a:pt x="49" y="107"/>
                    <a:pt x="49" y="97"/>
                  </a:cubicBezTo>
                  <a:cubicBezTo>
                    <a:pt x="49" y="87"/>
                    <a:pt x="56" y="79"/>
                    <a:pt x="66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7" y="79"/>
                    <a:pt x="102" y="82"/>
                    <a:pt x="105" y="87"/>
                  </a:cubicBezTo>
                  <a:cubicBezTo>
                    <a:pt x="113" y="98"/>
                    <a:pt x="128" y="101"/>
                    <a:pt x="139" y="94"/>
                  </a:cubicBezTo>
                  <a:cubicBezTo>
                    <a:pt x="151" y="86"/>
                    <a:pt x="153" y="71"/>
                    <a:pt x="145" y="60"/>
                  </a:cubicBezTo>
                  <a:cubicBezTo>
                    <a:pt x="136" y="45"/>
                    <a:pt x="121" y="35"/>
                    <a:pt x="103" y="32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11"/>
                    <a:pt x="92" y="0"/>
                    <a:pt x="78" y="0"/>
                  </a:cubicBezTo>
                  <a:cubicBezTo>
                    <a:pt x="65" y="0"/>
                    <a:pt x="54" y="11"/>
                    <a:pt x="54" y="24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23" y="37"/>
                    <a:pt x="0" y="64"/>
                    <a:pt x="0" y="97"/>
                  </a:cubicBezTo>
                  <a:cubicBezTo>
                    <a:pt x="0" y="133"/>
                    <a:pt x="29" y="163"/>
                    <a:pt x="66" y="163"/>
                  </a:cubicBezTo>
                  <a:cubicBezTo>
                    <a:pt x="91" y="163"/>
                    <a:pt x="91" y="163"/>
                    <a:pt x="91" y="163"/>
                  </a:cubicBezTo>
                  <a:cubicBezTo>
                    <a:pt x="101" y="163"/>
                    <a:pt x="109" y="171"/>
                    <a:pt x="109" y="181"/>
                  </a:cubicBezTo>
                  <a:cubicBezTo>
                    <a:pt x="109" y="190"/>
                    <a:pt x="101" y="198"/>
                    <a:pt x="91" y="198"/>
                  </a:cubicBezTo>
                  <a:cubicBezTo>
                    <a:pt x="66" y="198"/>
                    <a:pt x="66" y="198"/>
                    <a:pt x="66" y="198"/>
                  </a:cubicBezTo>
                  <a:cubicBezTo>
                    <a:pt x="59" y="198"/>
                    <a:pt x="52" y="194"/>
                    <a:pt x="50" y="187"/>
                  </a:cubicBezTo>
                  <a:cubicBezTo>
                    <a:pt x="45" y="175"/>
                    <a:pt x="30" y="169"/>
                    <a:pt x="17" y="174"/>
                  </a:cubicBezTo>
                  <a:cubicBezTo>
                    <a:pt x="5" y="179"/>
                    <a:pt x="-1" y="194"/>
                    <a:pt x="4" y="207"/>
                  </a:cubicBezTo>
                  <a:cubicBezTo>
                    <a:pt x="13" y="227"/>
                    <a:pt x="33" y="241"/>
                    <a:pt x="54" y="246"/>
                  </a:cubicBezTo>
                  <a:cubicBezTo>
                    <a:pt x="54" y="249"/>
                    <a:pt x="54" y="249"/>
                    <a:pt x="54" y="249"/>
                  </a:cubicBezTo>
                  <a:cubicBezTo>
                    <a:pt x="54" y="263"/>
                    <a:pt x="65" y="274"/>
                    <a:pt x="78" y="274"/>
                  </a:cubicBezTo>
                  <a:cubicBezTo>
                    <a:pt x="92" y="274"/>
                    <a:pt x="103" y="263"/>
                    <a:pt x="103" y="249"/>
                  </a:cubicBezTo>
                  <a:moveTo>
                    <a:pt x="103" y="249"/>
                  </a:moveTo>
                  <a:lnTo>
                    <a:pt x="103" y="2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6" name="Google Shape;416;p31"/>
          <p:cNvGrpSpPr/>
          <p:nvPr/>
        </p:nvGrpSpPr>
        <p:grpSpPr>
          <a:xfrm>
            <a:off x="6342107" y="2800092"/>
            <a:ext cx="358274" cy="365758"/>
            <a:chOff x="713225" y="1396525"/>
            <a:chExt cx="462887" cy="468499"/>
          </a:xfrm>
        </p:grpSpPr>
        <p:sp>
          <p:nvSpPr>
            <p:cNvPr id="417" name="Google Shape;417;p31"/>
            <p:cNvSpPr/>
            <p:nvPr/>
          </p:nvSpPr>
          <p:spPr>
            <a:xfrm>
              <a:off x="713225" y="1851270"/>
              <a:ext cx="33404" cy="13755"/>
            </a:xfrm>
            <a:custGeom>
              <a:avLst/>
              <a:gdLst/>
              <a:ahLst/>
              <a:cxnLst/>
              <a:rect l="l" t="t" r="r" b="b"/>
              <a:pathLst>
                <a:path w="119" h="49" extrusionOk="0">
                  <a:moveTo>
                    <a:pt x="96" y="0"/>
                  </a:moveTo>
                  <a:lnTo>
                    <a:pt x="96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96" y="49"/>
                    <a:pt x="96" y="49"/>
                    <a:pt x="96" y="49"/>
                  </a:cubicBezTo>
                  <a:cubicBezTo>
                    <a:pt x="109" y="49"/>
                    <a:pt x="119" y="38"/>
                    <a:pt x="119" y="24"/>
                  </a:cubicBezTo>
                  <a:cubicBezTo>
                    <a:pt x="119" y="11"/>
                    <a:pt x="109" y="0"/>
                    <a:pt x="96" y="0"/>
                  </a:cubicBezTo>
                  <a:moveTo>
                    <a:pt x="96" y="0"/>
                  </a:moveTo>
                  <a:lnTo>
                    <a:pt x="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757296" y="1851270"/>
              <a:ext cx="21614" cy="13755"/>
            </a:xfrm>
            <a:custGeom>
              <a:avLst/>
              <a:gdLst/>
              <a:ahLst/>
              <a:cxnLst/>
              <a:rect l="l" t="t" r="r" b="b"/>
              <a:pathLst>
                <a:path w="77" h="49" extrusionOk="0">
                  <a:moveTo>
                    <a:pt x="53" y="0"/>
                  </a:moveTo>
                  <a:lnTo>
                    <a:pt x="53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53" y="49"/>
                    <a:pt x="53" y="49"/>
                    <a:pt x="53" y="49"/>
                  </a:cubicBezTo>
                  <a:cubicBezTo>
                    <a:pt x="66" y="49"/>
                    <a:pt x="77" y="38"/>
                    <a:pt x="77" y="24"/>
                  </a:cubicBezTo>
                  <a:cubicBezTo>
                    <a:pt x="77" y="11"/>
                    <a:pt x="66" y="0"/>
                    <a:pt x="53" y="0"/>
                  </a:cubicBezTo>
                  <a:moveTo>
                    <a:pt x="53" y="0"/>
                  </a:moveTo>
                  <a:lnTo>
                    <a:pt x="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713225" y="1825725"/>
              <a:ext cx="101616" cy="13474"/>
            </a:xfrm>
            <a:custGeom>
              <a:avLst/>
              <a:gdLst/>
              <a:ahLst/>
              <a:cxnLst/>
              <a:rect l="l" t="t" r="r" b="b"/>
              <a:pathLst>
                <a:path w="362" h="48" extrusionOk="0">
                  <a:moveTo>
                    <a:pt x="338" y="0"/>
                  </a:moveTo>
                  <a:lnTo>
                    <a:pt x="338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5"/>
                  </a:cubicBezTo>
                  <a:cubicBezTo>
                    <a:pt x="0" y="38"/>
                    <a:pt x="11" y="48"/>
                    <a:pt x="25" y="48"/>
                  </a:cubicBezTo>
                  <a:cubicBezTo>
                    <a:pt x="338" y="48"/>
                    <a:pt x="338" y="48"/>
                    <a:pt x="338" y="48"/>
                  </a:cubicBezTo>
                  <a:cubicBezTo>
                    <a:pt x="351" y="48"/>
                    <a:pt x="362" y="38"/>
                    <a:pt x="362" y="25"/>
                  </a:cubicBezTo>
                  <a:cubicBezTo>
                    <a:pt x="362" y="12"/>
                    <a:pt x="351" y="0"/>
                    <a:pt x="338" y="0"/>
                  </a:cubicBezTo>
                  <a:moveTo>
                    <a:pt x="338" y="0"/>
                  </a:moveTo>
                  <a:lnTo>
                    <a:pt x="3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753085" y="1396525"/>
              <a:ext cx="33685" cy="13755"/>
            </a:xfrm>
            <a:custGeom>
              <a:avLst/>
              <a:gdLst/>
              <a:ahLst/>
              <a:cxnLst/>
              <a:rect l="l" t="t" r="r" b="b"/>
              <a:pathLst>
                <a:path w="120" h="49" extrusionOk="0">
                  <a:moveTo>
                    <a:pt x="25" y="49"/>
                  </a:moveTo>
                  <a:lnTo>
                    <a:pt x="25" y="49"/>
                  </a:lnTo>
                  <a:cubicBezTo>
                    <a:pt x="95" y="49"/>
                    <a:pt x="95" y="49"/>
                    <a:pt x="95" y="49"/>
                  </a:cubicBezTo>
                  <a:cubicBezTo>
                    <a:pt x="109" y="49"/>
                    <a:pt x="120" y="38"/>
                    <a:pt x="120" y="24"/>
                  </a:cubicBezTo>
                  <a:cubicBezTo>
                    <a:pt x="120" y="11"/>
                    <a:pt x="109" y="0"/>
                    <a:pt x="9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5" y="49"/>
                  </a:cubicBezTo>
                  <a:moveTo>
                    <a:pt x="25" y="49"/>
                  </a:moveTo>
                  <a:lnTo>
                    <a:pt x="2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797437" y="1396525"/>
              <a:ext cx="21334" cy="13755"/>
            </a:xfrm>
            <a:custGeom>
              <a:avLst/>
              <a:gdLst/>
              <a:ahLst/>
              <a:cxnLst/>
              <a:rect l="l" t="t" r="r" b="b"/>
              <a:pathLst>
                <a:path w="76" h="49" extrusionOk="0">
                  <a:moveTo>
                    <a:pt x="24" y="49"/>
                  </a:moveTo>
                  <a:lnTo>
                    <a:pt x="24" y="49"/>
                  </a:lnTo>
                  <a:cubicBezTo>
                    <a:pt x="52" y="49"/>
                    <a:pt x="52" y="49"/>
                    <a:pt x="52" y="49"/>
                  </a:cubicBezTo>
                  <a:cubicBezTo>
                    <a:pt x="65" y="49"/>
                    <a:pt x="76" y="38"/>
                    <a:pt x="76" y="24"/>
                  </a:cubicBezTo>
                  <a:cubicBezTo>
                    <a:pt x="76" y="11"/>
                    <a:pt x="65" y="0"/>
                    <a:pt x="5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4" y="49"/>
                  </a:cubicBezTo>
                  <a:moveTo>
                    <a:pt x="24" y="49"/>
                  </a:moveTo>
                  <a:lnTo>
                    <a:pt x="24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753085" y="1421789"/>
              <a:ext cx="101616" cy="13755"/>
            </a:xfrm>
            <a:custGeom>
              <a:avLst/>
              <a:gdLst/>
              <a:ahLst/>
              <a:cxnLst/>
              <a:rect l="l" t="t" r="r" b="b"/>
              <a:pathLst>
                <a:path w="362" h="49" extrusionOk="0">
                  <a:moveTo>
                    <a:pt x="25" y="49"/>
                  </a:moveTo>
                  <a:lnTo>
                    <a:pt x="25" y="49"/>
                  </a:lnTo>
                  <a:cubicBezTo>
                    <a:pt x="338" y="49"/>
                    <a:pt x="338" y="49"/>
                    <a:pt x="338" y="49"/>
                  </a:cubicBezTo>
                  <a:cubicBezTo>
                    <a:pt x="351" y="49"/>
                    <a:pt x="362" y="38"/>
                    <a:pt x="362" y="25"/>
                  </a:cubicBezTo>
                  <a:cubicBezTo>
                    <a:pt x="362" y="12"/>
                    <a:pt x="351" y="0"/>
                    <a:pt x="33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2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moveTo>
                    <a:pt x="25" y="49"/>
                  </a:moveTo>
                  <a:lnTo>
                    <a:pt x="2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943405" y="1405508"/>
              <a:ext cx="215303" cy="196495"/>
            </a:xfrm>
            <a:custGeom>
              <a:avLst/>
              <a:gdLst/>
              <a:ahLst/>
              <a:cxnLst/>
              <a:rect l="l" t="t" r="r" b="b"/>
              <a:pathLst>
                <a:path w="767" h="700" extrusionOk="0">
                  <a:moveTo>
                    <a:pt x="25" y="573"/>
                  </a:moveTo>
                  <a:lnTo>
                    <a:pt x="25" y="573"/>
                  </a:lnTo>
                  <a:cubicBezTo>
                    <a:pt x="239" y="573"/>
                    <a:pt x="239" y="573"/>
                    <a:pt x="239" y="573"/>
                  </a:cubicBezTo>
                  <a:cubicBezTo>
                    <a:pt x="246" y="573"/>
                    <a:pt x="251" y="571"/>
                    <a:pt x="256" y="567"/>
                  </a:cubicBezTo>
                  <a:cubicBezTo>
                    <a:pt x="384" y="438"/>
                    <a:pt x="384" y="438"/>
                    <a:pt x="384" y="438"/>
                  </a:cubicBezTo>
                  <a:cubicBezTo>
                    <a:pt x="433" y="499"/>
                    <a:pt x="464" y="575"/>
                    <a:pt x="468" y="658"/>
                  </a:cubicBezTo>
                  <a:cubicBezTo>
                    <a:pt x="470" y="682"/>
                    <a:pt x="488" y="700"/>
                    <a:pt x="512" y="700"/>
                  </a:cubicBezTo>
                  <a:cubicBezTo>
                    <a:pt x="561" y="700"/>
                    <a:pt x="561" y="700"/>
                    <a:pt x="561" y="700"/>
                  </a:cubicBezTo>
                  <a:cubicBezTo>
                    <a:pt x="575" y="700"/>
                    <a:pt x="586" y="689"/>
                    <a:pt x="586" y="675"/>
                  </a:cubicBezTo>
                  <a:cubicBezTo>
                    <a:pt x="586" y="662"/>
                    <a:pt x="575" y="651"/>
                    <a:pt x="561" y="651"/>
                  </a:cubicBezTo>
                  <a:cubicBezTo>
                    <a:pt x="516" y="651"/>
                    <a:pt x="516" y="651"/>
                    <a:pt x="516" y="651"/>
                  </a:cubicBezTo>
                  <a:cubicBezTo>
                    <a:pt x="512" y="560"/>
                    <a:pt x="477" y="473"/>
                    <a:pt x="418" y="404"/>
                  </a:cubicBezTo>
                  <a:cubicBezTo>
                    <a:pt x="454" y="368"/>
                    <a:pt x="454" y="368"/>
                    <a:pt x="454" y="368"/>
                  </a:cubicBezTo>
                  <a:cubicBezTo>
                    <a:pt x="464" y="359"/>
                    <a:pt x="464" y="343"/>
                    <a:pt x="454" y="334"/>
                  </a:cubicBezTo>
                  <a:cubicBezTo>
                    <a:pt x="445" y="324"/>
                    <a:pt x="429" y="324"/>
                    <a:pt x="420" y="334"/>
                  </a:cubicBezTo>
                  <a:cubicBezTo>
                    <a:pt x="385" y="368"/>
                    <a:pt x="385" y="368"/>
                    <a:pt x="385" y="368"/>
                  </a:cubicBezTo>
                  <a:cubicBezTo>
                    <a:pt x="312" y="298"/>
                    <a:pt x="218" y="257"/>
                    <a:pt x="118" y="251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444" y="62"/>
                    <a:pt x="706" y="325"/>
                    <a:pt x="718" y="651"/>
                  </a:cubicBezTo>
                  <a:cubicBezTo>
                    <a:pt x="669" y="651"/>
                    <a:pt x="669" y="651"/>
                    <a:pt x="669" y="651"/>
                  </a:cubicBezTo>
                  <a:cubicBezTo>
                    <a:pt x="656" y="651"/>
                    <a:pt x="646" y="662"/>
                    <a:pt x="646" y="675"/>
                  </a:cubicBezTo>
                  <a:cubicBezTo>
                    <a:pt x="646" y="689"/>
                    <a:pt x="656" y="700"/>
                    <a:pt x="669" y="700"/>
                  </a:cubicBezTo>
                  <a:cubicBezTo>
                    <a:pt x="724" y="700"/>
                    <a:pt x="724" y="700"/>
                    <a:pt x="724" y="700"/>
                  </a:cubicBezTo>
                  <a:cubicBezTo>
                    <a:pt x="736" y="700"/>
                    <a:pt x="747" y="695"/>
                    <a:pt x="755" y="686"/>
                  </a:cubicBezTo>
                  <a:cubicBezTo>
                    <a:pt x="764" y="678"/>
                    <a:pt x="768" y="666"/>
                    <a:pt x="767" y="654"/>
                  </a:cubicBezTo>
                  <a:cubicBezTo>
                    <a:pt x="756" y="298"/>
                    <a:pt x="470" y="11"/>
                    <a:pt x="113" y="0"/>
                  </a:cubicBezTo>
                  <a:cubicBezTo>
                    <a:pt x="101" y="0"/>
                    <a:pt x="90" y="5"/>
                    <a:pt x="82" y="12"/>
                  </a:cubicBezTo>
                  <a:cubicBezTo>
                    <a:pt x="73" y="21"/>
                    <a:pt x="69" y="32"/>
                    <a:pt x="69" y="44"/>
                  </a:cubicBezTo>
                  <a:cubicBezTo>
                    <a:pt x="69" y="256"/>
                    <a:pt x="69" y="256"/>
                    <a:pt x="69" y="256"/>
                  </a:cubicBezTo>
                  <a:cubicBezTo>
                    <a:pt x="69" y="280"/>
                    <a:pt x="87" y="299"/>
                    <a:pt x="110" y="300"/>
                  </a:cubicBezTo>
                  <a:cubicBezTo>
                    <a:pt x="202" y="305"/>
                    <a:pt x="287" y="343"/>
                    <a:pt x="350" y="402"/>
                  </a:cubicBezTo>
                  <a:cubicBezTo>
                    <a:pt x="228" y="524"/>
                    <a:pt x="228" y="524"/>
                    <a:pt x="228" y="524"/>
                  </a:cubicBezTo>
                  <a:cubicBezTo>
                    <a:pt x="25" y="524"/>
                    <a:pt x="25" y="524"/>
                    <a:pt x="25" y="524"/>
                  </a:cubicBezTo>
                  <a:cubicBezTo>
                    <a:pt x="11" y="524"/>
                    <a:pt x="0" y="535"/>
                    <a:pt x="0" y="549"/>
                  </a:cubicBezTo>
                  <a:cubicBezTo>
                    <a:pt x="0" y="562"/>
                    <a:pt x="11" y="573"/>
                    <a:pt x="25" y="573"/>
                  </a:cubicBezTo>
                  <a:moveTo>
                    <a:pt x="25" y="573"/>
                  </a:moveTo>
                  <a:lnTo>
                    <a:pt x="25" y="5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943405" y="1605371"/>
              <a:ext cx="33685" cy="13755"/>
            </a:xfrm>
            <a:custGeom>
              <a:avLst/>
              <a:gdLst/>
              <a:ahLst/>
              <a:cxnLst/>
              <a:rect l="l" t="t" r="r" b="b"/>
              <a:pathLst>
                <a:path w="120" h="49" extrusionOk="0">
                  <a:moveTo>
                    <a:pt x="25" y="49"/>
                  </a:moveTo>
                  <a:lnTo>
                    <a:pt x="25" y="49"/>
                  </a:lnTo>
                  <a:cubicBezTo>
                    <a:pt x="95" y="49"/>
                    <a:pt x="95" y="49"/>
                    <a:pt x="95" y="49"/>
                  </a:cubicBezTo>
                  <a:cubicBezTo>
                    <a:pt x="109" y="49"/>
                    <a:pt x="120" y="38"/>
                    <a:pt x="120" y="25"/>
                  </a:cubicBezTo>
                  <a:cubicBezTo>
                    <a:pt x="120" y="11"/>
                    <a:pt x="109" y="0"/>
                    <a:pt x="9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moveTo>
                    <a:pt x="25" y="49"/>
                  </a:moveTo>
                  <a:lnTo>
                    <a:pt x="2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987756" y="1605371"/>
              <a:ext cx="21334" cy="13755"/>
            </a:xfrm>
            <a:custGeom>
              <a:avLst/>
              <a:gdLst/>
              <a:ahLst/>
              <a:cxnLst/>
              <a:rect l="l" t="t" r="r" b="b"/>
              <a:pathLst>
                <a:path w="76" h="49" extrusionOk="0">
                  <a:moveTo>
                    <a:pt x="25" y="0"/>
                  </a:moveTo>
                  <a:lnTo>
                    <a:pt x="25" y="0"/>
                  </a:ln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65" y="49"/>
                    <a:pt x="76" y="38"/>
                    <a:pt x="76" y="25"/>
                  </a:cubicBezTo>
                  <a:cubicBezTo>
                    <a:pt x="76" y="11"/>
                    <a:pt x="65" y="0"/>
                    <a:pt x="52" y="0"/>
                  </a:cubicBezTo>
                  <a:lnTo>
                    <a:pt x="25" y="0"/>
                  </a:lnTo>
                  <a:moveTo>
                    <a:pt x="25" y="0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943405" y="1580107"/>
              <a:ext cx="93756" cy="13755"/>
            </a:xfrm>
            <a:custGeom>
              <a:avLst/>
              <a:gdLst/>
              <a:ahLst/>
              <a:cxnLst/>
              <a:rect l="l" t="t" r="r" b="b"/>
              <a:pathLst>
                <a:path w="334" h="49" extrusionOk="0">
                  <a:moveTo>
                    <a:pt x="25" y="49"/>
                  </a:moveTo>
                  <a:lnTo>
                    <a:pt x="25" y="49"/>
                  </a:lnTo>
                  <a:cubicBezTo>
                    <a:pt x="309" y="49"/>
                    <a:pt x="309" y="49"/>
                    <a:pt x="309" y="49"/>
                  </a:cubicBezTo>
                  <a:cubicBezTo>
                    <a:pt x="323" y="49"/>
                    <a:pt x="334" y="37"/>
                    <a:pt x="334" y="24"/>
                  </a:cubicBezTo>
                  <a:cubicBezTo>
                    <a:pt x="334" y="11"/>
                    <a:pt x="323" y="0"/>
                    <a:pt x="309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9"/>
                    <a:pt x="25" y="49"/>
                  </a:cubicBezTo>
                  <a:moveTo>
                    <a:pt x="25" y="49"/>
                  </a:moveTo>
                  <a:lnTo>
                    <a:pt x="2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713225" y="1449298"/>
              <a:ext cx="462887" cy="385973"/>
            </a:xfrm>
            <a:custGeom>
              <a:avLst/>
              <a:gdLst/>
              <a:ahLst/>
              <a:cxnLst/>
              <a:rect l="l" t="t" r="r" b="b"/>
              <a:pathLst>
                <a:path w="1649" h="1375" extrusionOk="0">
                  <a:moveTo>
                    <a:pt x="1394" y="1135"/>
                  </a:moveTo>
                  <a:lnTo>
                    <a:pt x="1394" y="1135"/>
                  </a:lnTo>
                  <a:cubicBezTo>
                    <a:pt x="1398" y="1140"/>
                    <a:pt x="1405" y="1143"/>
                    <a:pt x="1411" y="1143"/>
                  </a:cubicBezTo>
                  <a:cubicBezTo>
                    <a:pt x="1625" y="1143"/>
                    <a:pt x="1625" y="1143"/>
                    <a:pt x="1625" y="1143"/>
                  </a:cubicBezTo>
                  <a:cubicBezTo>
                    <a:pt x="1638" y="1143"/>
                    <a:pt x="1649" y="1132"/>
                    <a:pt x="1649" y="1118"/>
                  </a:cubicBezTo>
                  <a:cubicBezTo>
                    <a:pt x="1649" y="1105"/>
                    <a:pt x="1638" y="1094"/>
                    <a:pt x="1625" y="1094"/>
                  </a:cubicBezTo>
                  <a:cubicBezTo>
                    <a:pt x="1421" y="1094"/>
                    <a:pt x="1421" y="1094"/>
                    <a:pt x="1421" y="1094"/>
                  </a:cubicBezTo>
                  <a:cubicBezTo>
                    <a:pt x="1334" y="1007"/>
                    <a:pt x="1334" y="1007"/>
                    <a:pt x="1334" y="1007"/>
                  </a:cubicBezTo>
                  <a:cubicBezTo>
                    <a:pt x="1379" y="919"/>
                    <a:pt x="1405" y="821"/>
                    <a:pt x="1407" y="720"/>
                  </a:cubicBezTo>
                  <a:cubicBezTo>
                    <a:pt x="1408" y="708"/>
                    <a:pt x="1404" y="697"/>
                    <a:pt x="1395" y="689"/>
                  </a:cubicBezTo>
                  <a:cubicBezTo>
                    <a:pt x="1386" y="680"/>
                    <a:pt x="1375" y="676"/>
                    <a:pt x="1363" y="676"/>
                  </a:cubicBezTo>
                  <a:cubicBezTo>
                    <a:pt x="1152" y="676"/>
                    <a:pt x="1152" y="676"/>
                    <a:pt x="1152" y="676"/>
                  </a:cubicBezTo>
                  <a:cubicBezTo>
                    <a:pt x="1129" y="676"/>
                    <a:pt x="1109" y="694"/>
                    <a:pt x="1108" y="717"/>
                  </a:cubicBezTo>
                  <a:cubicBezTo>
                    <a:pt x="1102" y="854"/>
                    <a:pt x="1024" y="969"/>
                    <a:pt x="913" y="1030"/>
                  </a:cubicBezTo>
                  <a:cubicBezTo>
                    <a:pt x="820" y="937"/>
                    <a:pt x="820" y="937"/>
                    <a:pt x="820" y="937"/>
                  </a:cubicBezTo>
                  <a:cubicBezTo>
                    <a:pt x="816" y="933"/>
                    <a:pt x="809" y="930"/>
                    <a:pt x="803" y="930"/>
                  </a:cubicBezTo>
                  <a:cubicBezTo>
                    <a:pt x="597" y="930"/>
                    <a:pt x="597" y="930"/>
                    <a:pt x="597" y="930"/>
                  </a:cubicBezTo>
                  <a:cubicBezTo>
                    <a:pt x="583" y="930"/>
                    <a:pt x="572" y="941"/>
                    <a:pt x="572" y="955"/>
                  </a:cubicBezTo>
                  <a:cubicBezTo>
                    <a:pt x="572" y="968"/>
                    <a:pt x="583" y="979"/>
                    <a:pt x="597" y="979"/>
                  </a:cubicBezTo>
                  <a:cubicBezTo>
                    <a:pt x="793" y="979"/>
                    <a:pt x="793" y="979"/>
                    <a:pt x="793" y="979"/>
                  </a:cubicBezTo>
                  <a:cubicBezTo>
                    <a:pt x="866" y="1052"/>
                    <a:pt x="866" y="1052"/>
                    <a:pt x="866" y="1052"/>
                  </a:cubicBezTo>
                  <a:cubicBezTo>
                    <a:pt x="825" y="1067"/>
                    <a:pt x="779" y="1075"/>
                    <a:pt x="732" y="1075"/>
                  </a:cubicBezTo>
                  <a:cubicBezTo>
                    <a:pt x="731" y="1075"/>
                    <a:pt x="729" y="1075"/>
                    <a:pt x="727" y="1075"/>
                  </a:cubicBezTo>
                  <a:cubicBezTo>
                    <a:pt x="640" y="1074"/>
                    <a:pt x="556" y="1043"/>
                    <a:pt x="490" y="986"/>
                  </a:cubicBezTo>
                  <a:cubicBezTo>
                    <a:pt x="479" y="978"/>
                    <a:pt x="464" y="979"/>
                    <a:pt x="455" y="989"/>
                  </a:cubicBezTo>
                  <a:cubicBezTo>
                    <a:pt x="446" y="999"/>
                    <a:pt x="448" y="1015"/>
                    <a:pt x="458" y="1023"/>
                  </a:cubicBezTo>
                  <a:cubicBezTo>
                    <a:pt x="529" y="1083"/>
                    <a:pt x="617" y="1119"/>
                    <a:pt x="708" y="1123"/>
                  </a:cubicBezTo>
                  <a:cubicBezTo>
                    <a:pt x="708" y="1325"/>
                    <a:pt x="708" y="1325"/>
                    <a:pt x="708" y="1325"/>
                  </a:cubicBezTo>
                  <a:cubicBezTo>
                    <a:pt x="574" y="1320"/>
                    <a:pt x="449" y="1271"/>
                    <a:pt x="349" y="1193"/>
                  </a:cubicBezTo>
                  <a:cubicBezTo>
                    <a:pt x="425" y="1117"/>
                    <a:pt x="425" y="1117"/>
                    <a:pt x="425" y="1117"/>
                  </a:cubicBezTo>
                  <a:cubicBezTo>
                    <a:pt x="433" y="1108"/>
                    <a:pt x="433" y="1092"/>
                    <a:pt x="425" y="1083"/>
                  </a:cubicBezTo>
                  <a:cubicBezTo>
                    <a:pt x="415" y="1073"/>
                    <a:pt x="400" y="1073"/>
                    <a:pt x="390" y="1083"/>
                  </a:cubicBezTo>
                  <a:cubicBezTo>
                    <a:pt x="311" y="1161"/>
                    <a:pt x="311" y="1161"/>
                    <a:pt x="311" y="1161"/>
                  </a:cubicBezTo>
                  <a:cubicBezTo>
                    <a:pt x="191" y="1052"/>
                    <a:pt x="113" y="896"/>
                    <a:pt x="106" y="725"/>
                  </a:cubicBezTo>
                  <a:cubicBezTo>
                    <a:pt x="308" y="725"/>
                    <a:pt x="308" y="725"/>
                    <a:pt x="308" y="725"/>
                  </a:cubicBezTo>
                  <a:cubicBezTo>
                    <a:pt x="313" y="801"/>
                    <a:pt x="338" y="874"/>
                    <a:pt x="381" y="937"/>
                  </a:cubicBezTo>
                  <a:cubicBezTo>
                    <a:pt x="386" y="945"/>
                    <a:pt x="393" y="948"/>
                    <a:pt x="401" y="948"/>
                  </a:cubicBezTo>
                  <a:cubicBezTo>
                    <a:pt x="406" y="948"/>
                    <a:pt x="411" y="947"/>
                    <a:pt x="415" y="944"/>
                  </a:cubicBezTo>
                  <a:cubicBezTo>
                    <a:pt x="426" y="936"/>
                    <a:pt x="429" y="921"/>
                    <a:pt x="421" y="910"/>
                  </a:cubicBezTo>
                  <a:cubicBezTo>
                    <a:pt x="380" y="849"/>
                    <a:pt x="358" y="780"/>
                    <a:pt x="356" y="707"/>
                  </a:cubicBezTo>
                  <a:cubicBezTo>
                    <a:pt x="353" y="504"/>
                    <a:pt x="508" y="337"/>
                    <a:pt x="709" y="325"/>
                  </a:cubicBezTo>
                  <a:cubicBezTo>
                    <a:pt x="733" y="323"/>
                    <a:pt x="751" y="304"/>
                    <a:pt x="751" y="280"/>
                  </a:cubicBezTo>
                  <a:cubicBezTo>
                    <a:pt x="751" y="231"/>
                    <a:pt x="751" y="231"/>
                    <a:pt x="751" y="231"/>
                  </a:cubicBezTo>
                  <a:cubicBezTo>
                    <a:pt x="751" y="217"/>
                    <a:pt x="740" y="206"/>
                    <a:pt x="727" y="206"/>
                  </a:cubicBezTo>
                  <a:cubicBezTo>
                    <a:pt x="713" y="206"/>
                    <a:pt x="702" y="217"/>
                    <a:pt x="702" y="231"/>
                  </a:cubicBezTo>
                  <a:cubicBezTo>
                    <a:pt x="702" y="276"/>
                    <a:pt x="702" y="276"/>
                    <a:pt x="702" y="276"/>
                  </a:cubicBezTo>
                  <a:cubicBezTo>
                    <a:pt x="594" y="283"/>
                    <a:pt x="495" y="331"/>
                    <a:pt x="421" y="411"/>
                  </a:cubicBezTo>
                  <a:cubicBezTo>
                    <a:pt x="353" y="483"/>
                    <a:pt x="314" y="577"/>
                    <a:pt x="308" y="676"/>
                  </a:cubicBezTo>
                  <a:cubicBezTo>
                    <a:pt x="106" y="676"/>
                    <a:pt x="106" y="676"/>
                    <a:pt x="106" y="676"/>
                  </a:cubicBezTo>
                  <a:cubicBezTo>
                    <a:pt x="116" y="441"/>
                    <a:pt x="257" y="237"/>
                    <a:pt x="459" y="137"/>
                  </a:cubicBezTo>
                  <a:cubicBezTo>
                    <a:pt x="532" y="210"/>
                    <a:pt x="532" y="210"/>
                    <a:pt x="532" y="210"/>
                  </a:cubicBezTo>
                  <a:cubicBezTo>
                    <a:pt x="537" y="215"/>
                    <a:pt x="543" y="217"/>
                    <a:pt x="549" y="217"/>
                  </a:cubicBezTo>
                  <a:cubicBezTo>
                    <a:pt x="555" y="217"/>
                    <a:pt x="562" y="215"/>
                    <a:pt x="566" y="210"/>
                  </a:cubicBezTo>
                  <a:cubicBezTo>
                    <a:pt x="576" y="200"/>
                    <a:pt x="576" y="185"/>
                    <a:pt x="566" y="175"/>
                  </a:cubicBezTo>
                  <a:cubicBezTo>
                    <a:pt x="507" y="116"/>
                    <a:pt x="507" y="116"/>
                    <a:pt x="507" y="116"/>
                  </a:cubicBezTo>
                  <a:cubicBezTo>
                    <a:pt x="568" y="92"/>
                    <a:pt x="633" y="77"/>
                    <a:pt x="702" y="74"/>
                  </a:cubicBezTo>
                  <a:cubicBezTo>
                    <a:pt x="702" y="123"/>
                    <a:pt x="702" y="123"/>
                    <a:pt x="702" y="123"/>
                  </a:cubicBezTo>
                  <a:cubicBezTo>
                    <a:pt x="702" y="136"/>
                    <a:pt x="713" y="146"/>
                    <a:pt x="727" y="146"/>
                  </a:cubicBezTo>
                  <a:cubicBezTo>
                    <a:pt x="740" y="146"/>
                    <a:pt x="751" y="136"/>
                    <a:pt x="751" y="123"/>
                  </a:cubicBezTo>
                  <a:cubicBezTo>
                    <a:pt x="751" y="69"/>
                    <a:pt x="751" y="69"/>
                    <a:pt x="751" y="69"/>
                  </a:cubicBezTo>
                  <a:cubicBezTo>
                    <a:pt x="751" y="57"/>
                    <a:pt x="746" y="45"/>
                    <a:pt x="738" y="37"/>
                  </a:cubicBezTo>
                  <a:cubicBezTo>
                    <a:pt x="729" y="29"/>
                    <a:pt x="717" y="25"/>
                    <a:pt x="705" y="25"/>
                  </a:cubicBezTo>
                  <a:cubicBezTo>
                    <a:pt x="622" y="28"/>
                    <a:pt x="543" y="47"/>
                    <a:pt x="469" y="78"/>
                  </a:cubicBezTo>
                  <a:cubicBezTo>
                    <a:pt x="398" y="6"/>
                    <a:pt x="398" y="6"/>
                    <a:pt x="398" y="6"/>
                  </a:cubicBezTo>
                  <a:cubicBezTo>
                    <a:pt x="393" y="2"/>
                    <a:pt x="387" y="0"/>
                    <a:pt x="380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53" y="0"/>
                    <a:pt x="142" y="11"/>
                    <a:pt x="142" y="24"/>
                  </a:cubicBezTo>
                  <a:cubicBezTo>
                    <a:pt x="142" y="38"/>
                    <a:pt x="153" y="49"/>
                    <a:pt x="167" y="49"/>
                  </a:cubicBezTo>
                  <a:cubicBezTo>
                    <a:pt x="370" y="49"/>
                    <a:pt x="370" y="49"/>
                    <a:pt x="370" y="49"/>
                  </a:cubicBezTo>
                  <a:cubicBezTo>
                    <a:pt x="421" y="100"/>
                    <a:pt x="421" y="100"/>
                    <a:pt x="421" y="100"/>
                  </a:cubicBezTo>
                  <a:cubicBezTo>
                    <a:pt x="356" y="133"/>
                    <a:pt x="297" y="179"/>
                    <a:pt x="244" y="233"/>
                  </a:cubicBezTo>
                  <a:cubicBezTo>
                    <a:pt x="122" y="362"/>
                    <a:pt x="55" y="530"/>
                    <a:pt x="57" y="707"/>
                  </a:cubicBezTo>
                  <a:cubicBezTo>
                    <a:pt x="59" y="884"/>
                    <a:pt x="129" y="1052"/>
                    <a:pt x="256" y="1178"/>
                  </a:cubicBezTo>
                  <a:cubicBezTo>
                    <a:pt x="263" y="1184"/>
                    <a:pt x="269" y="1189"/>
                    <a:pt x="276" y="1196"/>
                  </a:cubicBezTo>
                  <a:cubicBezTo>
                    <a:pt x="228" y="1244"/>
                    <a:pt x="228" y="1244"/>
                    <a:pt x="228" y="1244"/>
                  </a:cubicBezTo>
                  <a:cubicBezTo>
                    <a:pt x="25" y="1244"/>
                    <a:pt x="25" y="1244"/>
                    <a:pt x="25" y="1244"/>
                  </a:cubicBezTo>
                  <a:cubicBezTo>
                    <a:pt x="11" y="1244"/>
                    <a:pt x="0" y="1255"/>
                    <a:pt x="0" y="1269"/>
                  </a:cubicBezTo>
                  <a:cubicBezTo>
                    <a:pt x="0" y="1282"/>
                    <a:pt x="11" y="1293"/>
                    <a:pt x="25" y="1293"/>
                  </a:cubicBezTo>
                  <a:cubicBezTo>
                    <a:pt x="239" y="1293"/>
                    <a:pt x="239" y="1293"/>
                    <a:pt x="239" y="1293"/>
                  </a:cubicBezTo>
                  <a:cubicBezTo>
                    <a:pt x="245" y="1293"/>
                    <a:pt x="251" y="1291"/>
                    <a:pt x="256" y="1286"/>
                  </a:cubicBezTo>
                  <a:cubicBezTo>
                    <a:pt x="313" y="1229"/>
                    <a:pt x="313" y="1229"/>
                    <a:pt x="313" y="1229"/>
                  </a:cubicBezTo>
                  <a:cubicBezTo>
                    <a:pt x="431" y="1322"/>
                    <a:pt x="576" y="1373"/>
                    <a:pt x="727" y="1375"/>
                  </a:cubicBezTo>
                  <a:cubicBezTo>
                    <a:pt x="729" y="1375"/>
                    <a:pt x="731" y="1375"/>
                    <a:pt x="732" y="1375"/>
                  </a:cubicBezTo>
                  <a:cubicBezTo>
                    <a:pt x="908" y="1375"/>
                    <a:pt x="1074" y="1308"/>
                    <a:pt x="1201" y="1185"/>
                  </a:cubicBezTo>
                  <a:cubicBezTo>
                    <a:pt x="1243" y="1145"/>
                    <a:pt x="1280" y="1099"/>
                    <a:pt x="1309" y="1050"/>
                  </a:cubicBezTo>
                  <a:lnTo>
                    <a:pt x="1394" y="1135"/>
                  </a:lnTo>
                  <a:moveTo>
                    <a:pt x="757" y="1325"/>
                  </a:moveTo>
                  <a:lnTo>
                    <a:pt x="757" y="1325"/>
                  </a:lnTo>
                  <a:cubicBezTo>
                    <a:pt x="757" y="1123"/>
                    <a:pt x="757" y="1123"/>
                    <a:pt x="757" y="1123"/>
                  </a:cubicBezTo>
                  <a:cubicBezTo>
                    <a:pt x="807" y="1121"/>
                    <a:pt x="857" y="1109"/>
                    <a:pt x="903" y="1089"/>
                  </a:cubicBezTo>
                  <a:cubicBezTo>
                    <a:pt x="971" y="1157"/>
                    <a:pt x="971" y="1157"/>
                    <a:pt x="971" y="1157"/>
                  </a:cubicBezTo>
                  <a:cubicBezTo>
                    <a:pt x="976" y="1162"/>
                    <a:pt x="982" y="1165"/>
                    <a:pt x="989" y="1165"/>
                  </a:cubicBezTo>
                  <a:cubicBezTo>
                    <a:pt x="995" y="1165"/>
                    <a:pt x="1001" y="1162"/>
                    <a:pt x="1006" y="1157"/>
                  </a:cubicBezTo>
                  <a:cubicBezTo>
                    <a:pt x="1016" y="1147"/>
                    <a:pt x="1016" y="1132"/>
                    <a:pt x="1006" y="1122"/>
                  </a:cubicBezTo>
                  <a:cubicBezTo>
                    <a:pt x="948" y="1066"/>
                    <a:pt x="948" y="1066"/>
                    <a:pt x="948" y="1066"/>
                  </a:cubicBezTo>
                  <a:cubicBezTo>
                    <a:pt x="976" y="1049"/>
                    <a:pt x="1001" y="1030"/>
                    <a:pt x="1023" y="1008"/>
                  </a:cubicBezTo>
                  <a:cubicBezTo>
                    <a:pt x="1028" y="1005"/>
                    <a:pt x="1031" y="1002"/>
                    <a:pt x="1034" y="998"/>
                  </a:cubicBezTo>
                  <a:cubicBezTo>
                    <a:pt x="1080" y="1044"/>
                    <a:pt x="1128" y="1091"/>
                    <a:pt x="1177" y="1140"/>
                  </a:cubicBezTo>
                  <a:cubicBezTo>
                    <a:pt x="1068" y="1249"/>
                    <a:pt x="919" y="1319"/>
                    <a:pt x="757" y="1325"/>
                  </a:cubicBezTo>
                  <a:moveTo>
                    <a:pt x="1209" y="1104"/>
                  </a:moveTo>
                  <a:lnTo>
                    <a:pt x="1209" y="1104"/>
                  </a:lnTo>
                  <a:cubicBezTo>
                    <a:pt x="1160" y="1055"/>
                    <a:pt x="1112" y="1007"/>
                    <a:pt x="1067" y="961"/>
                  </a:cubicBezTo>
                  <a:cubicBezTo>
                    <a:pt x="1120" y="893"/>
                    <a:pt x="1152" y="811"/>
                    <a:pt x="1157" y="725"/>
                  </a:cubicBezTo>
                  <a:cubicBezTo>
                    <a:pt x="1358" y="725"/>
                    <a:pt x="1358" y="725"/>
                    <a:pt x="1358" y="725"/>
                  </a:cubicBezTo>
                  <a:cubicBezTo>
                    <a:pt x="1355" y="811"/>
                    <a:pt x="1333" y="895"/>
                    <a:pt x="1297" y="969"/>
                  </a:cubicBezTo>
                  <a:cubicBezTo>
                    <a:pt x="1260" y="932"/>
                    <a:pt x="1260" y="932"/>
                    <a:pt x="1260" y="932"/>
                  </a:cubicBezTo>
                  <a:cubicBezTo>
                    <a:pt x="1250" y="922"/>
                    <a:pt x="1235" y="922"/>
                    <a:pt x="1225" y="932"/>
                  </a:cubicBezTo>
                  <a:cubicBezTo>
                    <a:pt x="1216" y="942"/>
                    <a:pt x="1216" y="957"/>
                    <a:pt x="1225" y="967"/>
                  </a:cubicBezTo>
                  <a:cubicBezTo>
                    <a:pt x="1273" y="1015"/>
                    <a:pt x="1273" y="1015"/>
                    <a:pt x="1273" y="1015"/>
                  </a:cubicBezTo>
                  <a:cubicBezTo>
                    <a:pt x="1254" y="1046"/>
                    <a:pt x="1233" y="1075"/>
                    <a:pt x="1209" y="1104"/>
                  </a:cubicBezTo>
                  <a:moveTo>
                    <a:pt x="1209" y="1104"/>
                  </a:moveTo>
                  <a:lnTo>
                    <a:pt x="1209" y="11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1142706" y="1809164"/>
              <a:ext cx="33404" cy="13755"/>
            </a:xfrm>
            <a:custGeom>
              <a:avLst/>
              <a:gdLst/>
              <a:ahLst/>
              <a:cxnLst/>
              <a:rect l="l" t="t" r="r" b="b"/>
              <a:pathLst>
                <a:path w="119" h="49" extrusionOk="0">
                  <a:moveTo>
                    <a:pt x="95" y="0"/>
                  </a:moveTo>
                  <a:lnTo>
                    <a:pt x="95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95" y="49"/>
                    <a:pt x="95" y="49"/>
                    <a:pt x="95" y="49"/>
                  </a:cubicBezTo>
                  <a:cubicBezTo>
                    <a:pt x="108" y="49"/>
                    <a:pt x="119" y="38"/>
                    <a:pt x="119" y="24"/>
                  </a:cubicBezTo>
                  <a:cubicBezTo>
                    <a:pt x="119" y="11"/>
                    <a:pt x="108" y="0"/>
                    <a:pt x="95" y="0"/>
                  </a:cubicBezTo>
                  <a:moveTo>
                    <a:pt x="95" y="0"/>
                  </a:moveTo>
                  <a:lnTo>
                    <a:pt x="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1110706" y="1809164"/>
              <a:ext cx="21334" cy="13755"/>
            </a:xfrm>
            <a:custGeom>
              <a:avLst/>
              <a:gdLst/>
              <a:ahLst/>
              <a:cxnLst/>
              <a:rect l="l" t="t" r="r" b="b"/>
              <a:pathLst>
                <a:path w="76" h="49" extrusionOk="0">
                  <a:moveTo>
                    <a:pt x="52" y="0"/>
                  </a:moveTo>
                  <a:lnTo>
                    <a:pt x="52" y="0"/>
                  </a:ln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4"/>
                  </a:cubicBezTo>
                  <a:cubicBezTo>
                    <a:pt x="0" y="38"/>
                    <a:pt x="10" y="49"/>
                    <a:pt x="23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65" y="49"/>
                    <a:pt x="76" y="38"/>
                    <a:pt x="76" y="24"/>
                  </a:cubicBezTo>
                  <a:cubicBezTo>
                    <a:pt x="76" y="11"/>
                    <a:pt x="65" y="0"/>
                    <a:pt x="52" y="0"/>
                  </a:cubicBezTo>
                  <a:moveTo>
                    <a:pt x="52" y="0"/>
                  </a:moveTo>
                  <a:lnTo>
                    <a:pt x="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1082635" y="1783619"/>
              <a:ext cx="93476" cy="13755"/>
            </a:xfrm>
            <a:custGeom>
              <a:avLst/>
              <a:gdLst/>
              <a:ahLst/>
              <a:cxnLst/>
              <a:rect l="l" t="t" r="r" b="b"/>
              <a:pathLst>
                <a:path w="333" h="49" extrusionOk="0">
                  <a:moveTo>
                    <a:pt x="309" y="0"/>
                  </a:moveTo>
                  <a:lnTo>
                    <a:pt x="309" y="0"/>
                  </a:ln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0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09" y="49"/>
                    <a:pt x="309" y="49"/>
                    <a:pt x="309" y="49"/>
                  </a:cubicBezTo>
                  <a:cubicBezTo>
                    <a:pt x="322" y="49"/>
                    <a:pt x="333" y="38"/>
                    <a:pt x="333" y="25"/>
                  </a:cubicBezTo>
                  <a:cubicBezTo>
                    <a:pt x="333" y="10"/>
                    <a:pt x="322" y="0"/>
                    <a:pt x="309" y="0"/>
                  </a:cubicBezTo>
                  <a:moveTo>
                    <a:pt x="309" y="0"/>
                  </a:moveTo>
                  <a:lnTo>
                    <a:pt x="3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873789" y="1654214"/>
              <a:ext cx="33685" cy="13755"/>
            </a:xfrm>
            <a:custGeom>
              <a:avLst/>
              <a:gdLst/>
              <a:ahLst/>
              <a:cxnLst/>
              <a:rect l="l" t="t" r="r" b="b"/>
              <a:pathLst>
                <a:path w="120" h="49" extrusionOk="0">
                  <a:moveTo>
                    <a:pt x="25" y="49"/>
                  </a:moveTo>
                  <a:lnTo>
                    <a:pt x="25" y="49"/>
                  </a:lnTo>
                  <a:cubicBezTo>
                    <a:pt x="95" y="49"/>
                    <a:pt x="95" y="49"/>
                    <a:pt x="95" y="49"/>
                  </a:cubicBezTo>
                  <a:cubicBezTo>
                    <a:pt x="109" y="49"/>
                    <a:pt x="120" y="38"/>
                    <a:pt x="120" y="25"/>
                  </a:cubicBezTo>
                  <a:cubicBezTo>
                    <a:pt x="120" y="11"/>
                    <a:pt x="109" y="0"/>
                    <a:pt x="9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moveTo>
                    <a:pt x="25" y="49"/>
                  </a:moveTo>
                  <a:lnTo>
                    <a:pt x="2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1"/>
            <p:cNvSpPr/>
            <p:nvPr/>
          </p:nvSpPr>
          <p:spPr>
            <a:xfrm>
              <a:off x="918141" y="1654214"/>
              <a:ext cx="21334" cy="13755"/>
            </a:xfrm>
            <a:custGeom>
              <a:avLst/>
              <a:gdLst/>
              <a:ahLst/>
              <a:cxnLst/>
              <a:rect l="l" t="t" r="r" b="b"/>
              <a:pathLst>
                <a:path w="76" h="49" extrusionOk="0">
                  <a:moveTo>
                    <a:pt x="0" y="25"/>
                  </a:moveTo>
                  <a:lnTo>
                    <a:pt x="0" y="25"/>
                  </a:lnTo>
                  <a:cubicBezTo>
                    <a:pt x="0" y="38"/>
                    <a:pt x="11" y="49"/>
                    <a:pt x="24" y="49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65" y="49"/>
                    <a:pt x="76" y="38"/>
                    <a:pt x="76" y="25"/>
                  </a:cubicBezTo>
                  <a:cubicBezTo>
                    <a:pt x="76" y="11"/>
                    <a:pt x="65" y="0"/>
                    <a:pt x="5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moveTo>
                    <a:pt x="0" y="25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873789" y="1679758"/>
              <a:ext cx="97686" cy="13755"/>
            </a:xfrm>
            <a:custGeom>
              <a:avLst/>
              <a:gdLst/>
              <a:ahLst/>
              <a:cxnLst/>
              <a:rect l="l" t="t" r="r" b="b"/>
              <a:pathLst>
                <a:path w="348" h="49" extrusionOk="0">
                  <a:moveTo>
                    <a:pt x="25" y="49"/>
                  </a:moveTo>
                  <a:lnTo>
                    <a:pt x="25" y="49"/>
                  </a:lnTo>
                  <a:cubicBezTo>
                    <a:pt x="323" y="49"/>
                    <a:pt x="323" y="49"/>
                    <a:pt x="323" y="49"/>
                  </a:cubicBezTo>
                  <a:cubicBezTo>
                    <a:pt x="337" y="49"/>
                    <a:pt x="348" y="38"/>
                    <a:pt x="348" y="24"/>
                  </a:cubicBezTo>
                  <a:cubicBezTo>
                    <a:pt x="348" y="11"/>
                    <a:pt x="337" y="0"/>
                    <a:pt x="323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5" y="49"/>
                  </a:cubicBezTo>
                  <a:moveTo>
                    <a:pt x="25" y="49"/>
                  </a:moveTo>
                  <a:lnTo>
                    <a:pt x="2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"/>
          <p:cNvSpPr txBox="1">
            <a:spLocks noGrp="1"/>
          </p:cNvSpPr>
          <p:nvPr>
            <p:ph type="subTitle" idx="5"/>
          </p:nvPr>
        </p:nvSpPr>
        <p:spPr>
          <a:xfrm>
            <a:off x="760200" y="608575"/>
            <a:ext cx="381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Antes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9" name="Google Shape;439;p32"/>
          <p:cNvSpPr txBox="1">
            <a:spLocks noGrp="1"/>
          </p:cNvSpPr>
          <p:nvPr>
            <p:ph type="subTitle" idx="7"/>
          </p:nvPr>
        </p:nvSpPr>
        <p:spPr>
          <a:xfrm>
            <a:off x="4615292" y="608575"/>
            <a:ext cx="3811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Después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40" name="Google Shape;44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94575"/>
            <a:ext cx="4422925" cy="302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94563"/>
            <a:ext cx="4199901" cy="302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"/>
          <p:cNvSpPr txBox="1">
            <a:spLocks noGrp="1"/>
          </p:cNvSpPr>
          <p:nvPr>
            <p:ph type="subTitle" idx="1"/>
          </p:nvPr>
        </p:nvSpPr>
        <p:spPr>
          <a:xfrm>
            <a:off x="295975" y="1017875"/>
            <a:ext cx="3001200" cy="12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Implementamos un pipeline reproducible con DVC.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Control mediante params.yaml y dvc.yaml.</a:t>
            </a:r>
            <a:endParaRPr/>
          </a:p>
        </p:txBody>
      </p:sp>
      <p:sp>
        <p:nvSpPr>
          <p:cNvPr id="447" name="Google Shape;447;p33"/>
          <p:cNvSpPr txBox="1">
            <a:spLocks noGrp="1"/>
          </p:cNvSpPr>
          <p:nvPr>
            <p:ph type="subTitle" idx="3"/>
          </p:nvPr>
        </p:nvSpPr>
        <p:spPr>
          <a:xfrm>
            <a:off x="669000" y="3831250"/>
            <a:ext cx="2199000" cy="12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Preprocesamiento de datos</a:t>
            </a:r>
            <a:endParaRPr/>
          </a:p>
        </p:txBody>
      </p:sp>
      <p:sp>
        <p:nvSpPr>
          <p:cNvPr id="448" name="Google Shape;448;p33"/>
          <p:cNvSpPr txBox="1">
            <a:spLocks noGrp="1"/>
          </p:cNvSpPr>
          <p:nvPr>
            <p:ph type="subTitle" idx="4"/>
          </p:nvPr>
        </p:nvSpPr>
        <p:spPr>
          <a:xfrm>
            <a:off x="3418300" y="3831250"/>
            <a:ext cx="2199000" cy="12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Entrenamiento del modelo</a:t>
            </a:r>
            <a:endParaRPr/>
          </a:p>
        </p:txBody>
      </p:sp>
      <p:sp>
        <p:nvSpPr>
          <p:cNvPr id="449" name="Google Shape;449;p33"/>
          <p:cNvSpPr txBox="1">
            <a:spLocks noGrp="1"/>
          </p:cNvSpPr>
          <p:nvPr>
            <p:ph type="subTitle" idx="6"/>
          </p:nvPr>
        </p:nvSpPr>
        <p:spPr>
          <a:xfrm>
            <a:off x="6167600" y="3831250"/>
            <a:ext cx="2199000" cy="12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Evaluación y registro de métricas</a:t>
            </a:r>
            <a:endParaRPr/>
          </a:p>
        </p:txBody>
      </p:sp>
      <p:sp>
        <p:nvSpPr>
          <p:cNvPr id="450" name="Google Shape;450;p33"/>
          <p:cNvSpPr txBox="1">
            <a:spLocks noGrp="1"/>
          </p:cNvSpPr>
          <p:nvPr>
            <p:ph type="subTitle" idx="13"/>
          </p:nvPr>
        </p:nvSpPr>
        <p:spPr>
          <a:xfrm>
            <a:off x="665650" y="3541800"/>
            <a:ext cx="2202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51" name="Google Shape;451;p33"/>
          <p:cNvSpPr txBox="1">
            <a:spLocks noGrp="1"/>
          </p:cNvSpPr>
          <p:nvPr>
            <p:ph type="subTitle" idx="14"/>
          </p:nvPr>
        </p:nvSpPr>
        <p:spPr>
          <a:xfrm>
            <a:off x="3416630" y="3541800"/>
            <a:ext cx="2202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2" name="Google Shape;452;p33"/>
          <p:cNvSpPr txBox="1">
            <a:spLocks noGrp="1"/>
          </p:cNvSpPr>
          <p:nvPr>
            <p:ph type="subTitle" idx="15"/>
          </p:nvPr>
        </p:nvSpPr>
        <p:spPr>
          <a:xfrm>
            <a:off x="6167610" y="3541800"/>
            <a:ext cx="2202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3" name="Google Shape;453;p33"/>
          <p:cNvSpPr txBox="1">
            <a:spLocks noGrp="1"/>
          </p:cNvSpPr>
          <p:nvPr>
            <p:ph type="title"/>
          </p:nvPr>
        </p:nvSpPr>
        <p:spPr>
          <a:xfrm>
            <a:off x="720000" y="407675"/>
            <a:ext cx="77040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Pipepline</a:t>
            </a:r>
            <a:endParaRPr/>
          </a:p>
        </p:txBody>
      </p:sp>
      <p:pic>
        <p:nvPicPr>
          <p:cNvPr id="454" name="Google Shape;4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250" y="2025950"/>
            <a:ext cx="20097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8300" y="1170275"/>
            <a:ext cx="4912380" cy="22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4"/>
          <p:cNvSpPr txBox="1"/>
          <p:nvPr/>
        </p:nvSpPr>
        <p:spPr>
          <a:xfrm>
            <a:off x="507925" y="1038450"/>
            <a:ext cx="7062600" cy="30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 integró MLflow para registrar parámetros, métricas y modelos.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Cada ejecución guarda: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Hiperparámetros (n_estimators, max_depth, etc.)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Métricas de desempeño (RMSE, accuracy, etc.)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Versión del modelo entrenado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61" name="Google Shape;461;p34"/>
          <p:cNvSpPr txBox="1">
            <a:spLocks noGrp="1"/>
          </p:cNvSpPr>
          <p:nvPr>
            <p:ph type="title"/>
          </p:nvPr>
        </p:nvSpPr>
        <p:spPr>
          <a:xfrm>
            <a:off x="720000" y="428250"/>
            <a:ext cx="77040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Seguimiento de Experimentos con MLflow</a:t>
            </a:r>
            <a:endParaRPr/>
          </a:p>
        </p:txBody>
      </p:sp>
      <p:pic>
        <p:nvPicPr>
          <p:cNvPr id="462" name="Google Shape;4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850" y="2159100"/>
            <a:ext cx="6841998" cy="26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5"/>
          <p:cNvSpPr txBox="1">
            <a:spLocks noGrp="1"/>
          </p:cNvSpPr>
          <p:nvPr>
            <p:ph type="title"/>
          </p:nvPr>
        </p:nvSpPr>
        <p:spPr>
          <a:xfrm>
            <a:off x="782950" y="699275"/>
            <a:ext cx="4344900" cy="107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</a:t>
            </a:r>
            <a:endParaRPr/>
          </a:p>
        </p:txBody>
      </p:sp>
      <p:sp>
        <p:nvSpPr>
          <p:cNvPr id="468" name="Google Shape;468;p35"/>
          <p:cNvSpPr txBox="1">
            <a:spLocks noGrp="1"/>
          </p:cNvSpPr>
          <p:nvPr>
            <p:ph type="subTitle" idx="1"/>
          </p:nvPr>
        </p:nvSpPr>
        <p:spPr>
          <a:xfrm>
            <a:off x="782950" y="1965950"/>
            <a:ext cx="4344900" cy="30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Proyecto ahora estructurado profesionalmente.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Código modular, documentado y reproducible.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Seguimiento de experimentos con MLflow y DVC.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Flujo colaborativo con Git y ramas organizadas.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Mejora continua basada en métricas.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Aprendizajes clave: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reproducibilidad es esencial en MLOps.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refactorización facilita colaboración y mantenimiento.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Versionar datos y modelos evita pérdida de control.</a:t>
            </a:r>
            <a:endParaRPr/>
          </a:p>
        </p:txBody>
      </p:sp>
      <p:pic>
        <p:nvPicPr>
          <p:cNvPr id="469" name="Google Shape;4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9325" y="902725"/>
            <a:ext cx="1681950" cy="9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2894" y="2143042"/>
            <a:ext cx="2934817" cy="10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4137" y="3378000"/>
            <a:ext cx="2572326" cy="107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6"/>
          <p:cNvSpPr txBox="1">
            <a:spLocks noGrp="1"/>
          </p:cNvSpPr>
          <p:nvPr>
            <p:ph type="title"/>
          </p:nvPr>
        </p:nvSpPr>
        <p:spPr>
          <a:xfrm>
            <a:off x="2277375" y="675400"/>
            <a:ext cx="45891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Gracias!</a:t>
            </a:r>
            <a:endParaRPr/>
          </a:p>
        </p:txBody>
      </p:sp>
      <p:sp>
        <p:nvSpPr>
          <p:cNvPr id="477" name="Google Shape;477;p36"/>
          <p:cNvSpPr txBox="1">
            <a:spLocks noGrp="1"/>
          </p:cNvSpPr>
          <p:nvPr>
            <p:ph type="subTitle" idx="1"/>
          </p:nvPr>
        </p:nvSpPr>
        <p:spPr>
          <a:xfrm>
            <a:off x="2277350" y="1766125"/>
            <a:ext cx="4589100" cy="8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Equipo 5</a:t>
            </a:r>
            <a:endParaRPr/>
          </a:p>
        </p:txBody>
      </p:sp>
      <p:grpSp>
        <p:nvGrpSpPr>
          <p:cNvPr id="478" name="Google Shape;478;p36"/>
          <p:cNvGrpSpPr/>
          <p:nvPr/>
        </p:nvGrpSpPr>
        <p:grpSpPr>
          <a:xfrm>
            <a:off x="-4997923" y="-2024925"/>
            <a:ext cx="7114191" cy="7590900"/>
            <a:chOff x="-4626425" y="-4587625"/>
            <a:chExt cx="7590900" cy="7590900"/>
          </a:xfrm>
        </p:grpSpPr>
        <p:sp>
          <p:nvSpPr>
            <p:cNvPr id="479" name="Google Shape;479;p36"/>
            <p:cNvSpPr/>
            <p:nvPr/>
          </p:nvSpPr>
          <p:spPr>
            <a:xfrm>
              <a:off x="-4626425" y="-4587625"/>
              <a:ext cx="7590900" cy="75909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-3233075" y="-3194275"/>
              <a:ext cx="4804200" cy="4804200"/>
            </a:xfrm>
            <a:prstGeom prst="ellipse">
              <a:avLst/>
            </a:prstGeom>
            <a:solidFill>
              <a:srgbClr val="4A86E8">
                <a:alpha val="26580"/>
              </a:srgbClr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ap"/>
                <a:ea typeface="Asap"/>
                <a:cs typeface="Asap"/>
                <a:sym typeface="Asap"/>
              </a:endParaRPr>
            </a:p>
          </p:txBody>
        </p:sp>
      </p:grpSp>
      <p:sp>
        <p:nvSpPr>
          <p:cNvPr id="481" name="Google Shape;481;p36"/>
          <p:cNvSpPr txBox="1"/>
          <p:nvPr/>
        </p:nvSpPr>
        <p:spPr>
          <a:xfrm>
            <a:off x="2642425" y="2076975"/>
            <a:ext cx="509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“Un modelo sin trazabilidad no es ciencia de datos, es suerte.”</a:t>
            </a:r>
            <a:endParaRPr/>
          </a:p>
        </p:txBody>
      </p:sp>
      <p:pic>
        <p:nvPicPr>
          <p:cNvPr id="482" name="Google Shape;48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725" y="2446275"/>
            <a:ext cx="5324000" cy="23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inimalist Commercial Proposal by Slidesgo">
  <a:themeElements>
    <a:clrScheme name="Simple Light">
      <a:dk1>
        <a:srgbClr val="262425"/>
      </a:dk1>
      <a:lt1>
        <a:srgbClr val="F8FAFB"/>
      </a:lt1>
      <a:dk2>
        <a:srgbClr val="666666"/>
      </a:dk2>
      <a:lt2>
        <a:srgbClr val="B7B7B7"/>
      </a:lt2>
      <a:accent1>
        <a:srgbClr val="4A86E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24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398</Words>
  <Application>Microsoft Macintosh PowerPoint</Application>
  <PresentationFormat>Presentación en pantalla (16:9)</PresentationFormat>
  <Paragraphs>79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Asap</vt:lpstr>
      <vt:lpstr>Anaheim</vt:lpstr>
      <vt:lpstr>Roboto</vt:lpstr>
      <vt:lpstr>Nunito Light</vt:lpstr>
      <vt:lpstr>Arial</vt:lpstr>
      <vt:lpstr>Raleway</vt:lpstr>
      <vt:lpstr>Minimalist Commercial Proposal by Slidesgo</vt:lpstr>
      <vt:lpstr>Predicción del Riesgo Crediticio con Machine Learning  Proyecto MLOps – Equipo 5  Fase 2</vt:lpstr>
      <vt:lpstr>Predicción del Riesgo Crediticio con Machine Learning​</vt:lpstr>
      <vt:lpstr>01</vt:lpstr>
      <vt:lpstr>Objetivo</vt:lpstr>
      <vt:lpstr>Cookiecutter</vt:lpstr>
      <vt:lpstr>Refactorización y Mejora del Código</vt:lpstr>
      <vt:lpstr>Presentación de PowerPoint</vt:lpstr>
      <vt:lpstr>Pipepline</vt:lpstr>
      <vt:lpstr>Seguimiento de Experimentos con MLflow</vt:lpstr>
      <vt:lpstr>Conclusiones 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Fernando Emmanuel Pérez Escalante</cp:lastModifiedBy>
  <cp:revision>1</cp:revision>
  <dcterms:modified xsi:type="dcterms:W3CDTF">2025-11-03T05:39:17Z</dcterms:modified>
</cp:coreProperties>
</file>